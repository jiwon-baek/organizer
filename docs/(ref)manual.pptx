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03120"/>
            <a:ext cx="12188952" cy="2560320"/>
          </a:xfrm>
          <a:prstGeom prst="rect">
            <a:avLst/>
          </a:prstGeom>
          <a:solidFill>
            <a:srgbClr val="E8D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40280"/>
            <a:ext cx="103601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1F1D1A"/>
                </a:solidFill>
                <a:latin typeface="맑은 고딕"/>
              </a:rPr>
              <a:t>Organizer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37560"/>
            <a:ext cx="103601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B3541E"/>
                </a:solidFill>
                <a:latin typeface="맑은 고딕"/>
              </a:rPr>
              <a:t>사용 설명서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206240"/>
            <a:ext cx="3959352" cy="25400"/>
          </a:xfrm>
          <a:prstGeom prst="rect">
            <a:avLst/>
          </a:prstGeom>
          <a:solidFill>
            <a:srgbClr val="B35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38912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736B5F"/>
                </a:solidFill>
                <a:latin typeface="맑은 고딕"/>
              </a:rPr>
              <a:t>PDF 기반 연구자료 관리 데스크탑 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89204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736B5F"/>
                </a:solidFill>
                <a:latin typeface="맑은 고딕"/>
              </a:rPr>
              <a:t>Notebook  →  Chapter  →  Leaf page  3단계 계층 구조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39496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36B5F"/>
                </a:solidFill>
                <a:latin typeface="맑은 고딕"/>
              </a:rPr>
              <a:t>• 연구자료 분류  • PDF 뷰어 내장  • 페이지별 코멘트  • 전체 검색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F1D1A"/>
                </a:solidFill>
                <a:latin typeface="맑은 고딕"/>
              </a:rPr>
              <a:t>전체 구조 개요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3291840" cy="3840480"/>
          </a:xfrm>
          <a:prstGeom prst="rect">
            <a:avLst/>
          </a:prstGeom>
          <a:solidFill>
            <a:srgbClr val="E8D5C0"/>
          </a:solidFill>
          <a:ln w="15240">
            <a:solidFill>
              <a:srgbClr val="736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29626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F1D1A"/>
                </a:solidFill>
                <a:latin typeface="맑은 고딕"/>
              </a:rPr>
              <a:t>📓  Notebook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417320"/>
            <a:ext cx="2962656" cy="12700"/>
          </a:xfrm>
          <a:prstGeom prst="rect">
            <a:avLst/>
          </a:prstGeom>
          <a:solidFill>
            <a:srgbClr val="736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1508760"/>
            <a:ext cx="2962656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1D1A"/>
                </a:solidFill>
                <a:latin typeface="맑은 고딕"/>
              </a:rPr>
              <a:t>최상위 분류 단위</a:t>
            </a:r>
          </a:p>
          <a:p>
            <a:pPr algn="l"/>
            <a:r>
              <a:rPr sz="1200" b="0" i="0">
                <a:solidFill>
                  <a:srgbClr val="1F1D1A"/>
                </a:solidFill>
                <a:latin typeface="맑은 고딕"/>
              </a:rPr>
              <a:t/>
            </a:r>
          </a:p>
          <a:p>
            <a:pPr algn="l"/>
            <a:r>
              <a:rPr sz="1200" b="0" i="0">
                <a:solidFill>
                  <a:srgbClr val="1F1D1A"/>
                </a:solidFill>
                <a:latin typeface="맑은 고딕"/>
              </a:rPr>
              <a:t>연구 분야별 대분류</a:t>
            </a:r>
          </a:p>
          <a:p>
            <a:pPr algn="l"/>
            <a:r>
              <a:rPr sz="1200" b="0" i="0">
                <a:solidFill>
                  <a:srgbClr val="1F1D1A"/>
                </a:solidFill>
                <a:latin typeface="맑은 고딕"/>
              </a:rPr>
              <a:t>예: 상담자료 / 연구자료 / 강의록</a:t>
            </a:r>
          </a:p>
          <a:p>
            <a:pPr algn="l"/>
            <a:r>
              <a:rPr sz="1200" b="0" i="0">
                <a:solidFill>
                  <a:srgbClr val="1F1D1A"/>
                </a:solidFill>
                <a:latin typeface="맑은 고딕"/>
              </a:rPr>
              <a:t/>
            </a:r>
          </a:p>
          <a:p>
            <a:pPr algn="l"/>
            <a:r>
              <a:rPr sz="1200" b="0" i="0">
                <a:solidFill>
                  <a:srgbClr val="1F1D1A"/>
                </a:solidFill>
                <a:latin typeface="맑은 고딕"/>
              </a:rPr>
              <a:t>특징</a:t>
            </a:r>
          </a:p>
          <a:p>
            <a:pPr algn="l"/>
            <a:r>
              <a:rPr sz="1200" b="0" i="0">
                <a:solidFill>
                  <a:srgbClr val="1F1D1A"/>
                </a:solidFill>
                <a:latin typeface="맑은 고딕"/>
              </a:rPr>
              <a:t>• 이모지 아이콘 지정 가능</a:t>
            </a:r>
          </a:p>
          <a:p>
            <a:pPr algn="l"/>
            <a:r>
              <a:rPr sz="1200" b="0" i="0">
                <a:solidFill>
                  <a:srgbClr val="1F1D1A"/>
                </a:solidFill>
                <a:latin typeface="맑은 고딕"/>
              </a:rPr>
              <a:t>• 이름 변경 가능</a:t>
            </a:r>
          </a:p>
          <a:p>
            <a:pPr algn="l"/>
            <a:r>
              <a:rPr sz="1200" b="0" i="0">
                <a:solidFill>
                  <a:srgbClr val="1F1D1A"/>
                </a:solidFill>
                <a:latin typeface="맑은 고딕"/>
              </a:rPr>
              <a:t>• 여러 Chapter 포함</a:t>
            </a:r>
          </a:p>
        </p:txBody>
      </p:sp>
      <p:sp>
        <p:nvSpPr>
          <p:cNvPr id="7" name="Rectangle 6"/>
          <p:cNvSpPr/>
          <p:nvPr/>
        </p:nvSpPr>
        <p:spPr>
          <a:xfrm>
            <a:off x="4453128" y="822960"/>
            <a:ext cx="3291840" cy="3840480"/>
          </a:xfrm>
          <a:prstGeom prst="rect">
            <a:avLst/>
          </a:prstGeom>
          <a:solidFill>
            <a:srgbClr val="D0E8D0"/>
          </a:solidFill>
          <a:ln w="15240">
            <a:solidFill>
              <a:srgbClr val="736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960120"/>
            <a:ext cx="29626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F1D1A"/>
                </a:solidFill>
                <a:latin typeface="맑은 고딕"/>
              </a:rPr>
              <a:t>📁  Chapter</a:t>
            </a:r>
          </a:p>
        </p:txBody>
      </p:sp>
      <p:sp>
        <p:nvSpPr>
          <p:cNvPr id="9" name="Rectangle 8"/>
          <p:cNvSpPr/>
          <p:nvPr/>
        </p:nvSpPr>
        <p:spPr>
          <a:xfrm>
            <a:off x="4617720" y="1417320"/>
            <a:ext cx="2962656" cy="12700"/>
          </a:xfrm>
          <a:prstGeom prst="rect">
            <a:avLst/>
          </a:prstGeom>
          <a:solidFill>
            <a:srgbClr val="736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508760"/>
            <a:ext cx="2962656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1D1A"/>
                </a:solidFill>
                <a:latin typeface="맑은 고딕"/>
              </a:rPr>
              <a:t>Notebook 하위 분류</a:t>
            </a:r>
          </a:p>
          <a:p>
            <a:pPr algn="l"/>
            <a:r>
              <a:rPr sz="1200" b="0" i="0">
                <a:solidFill>
                  <a:srgbClr val="1F1D1A"/>
                </a:solidFill>
                <a:latin typeface="맑은 고딕"/>
              </a:rPr>
              <a:t/>
            </a:r>
          </a:p>
          <a:p>
            <a:pPr algn="l"/>
            <a:r>
              <a:rPr sz="1200" b="0" i="0">
                <a:solidFill>
                  <a:srgbClr val="1F1D1A"/>
                </a:solidFill>
                <a:latin typeface="맑은 고딕"/>
              </a:rPr>
              <a:t>주제 또는 연도별 중분류</a:t>
            </a:r>
          </a:p>
          <a:p>
            <a:pPr algn="l"/>
            <a:r>
              <a:rPr sz="1200" b="0" i="0">
                <a:solidFill>
                  <a:srgbClr val="1F1D1A"/>
                </a:solidFill>
                <a:latin typeface="맑은 고딕"/>
              </a:rPr>
              <a:t>예: ADHD / 우울증 / 2026</a:t>
            </a:r>
          </a:p>
          <a:p>
            <a:pPr algn="l"/>
            <a:r>
              <a:rPr sz="1200" b="0" i="0">
                <a:solidFill>
                  <a:srgbClr val="1F1D1A"/>
                </a:solidFill>
                <a:latin typeface="맑은 고딕"/>
              </a:rPr>
              <a:t/>
            </a:r>
          </a:p>
          <a:p>
            <a:pPr algn="l"/>
            <a:r>
              <a:rPr sz="1200" b="0" i="0">
                <a:solidFill>
                  <a:srgbClr val="1F1D1A"/>
                </a:solidFill>
                <a:latin typeface="맑은 고딕"/>
              </a:rPr>
              <a:t>특징</a:t>
            </a:r>
          </a:p>
          <a:p>
            <a:pPr algn="l"/>
            <a:r>
              <a:rPr sz="1200" b="0" i="0">
                <a:solidFill>
                  <a:srgbClr val="1F1D1A"/>
                </a:solidFill>
                <a:latin typeface="맑은 고딕"/>
              </a:rPr>
              <a:t>• 이모지 아이콘 지정 가능</a:t>
            </a:r>
          </a:p>
          <a:p>
            <a:pPr algn="l"/>
            <a:r>
              <a:rPr sz="1200" b="0" i="0">
                <a:solidFill>
                  <a:srgbClr val="1F1D1A"/>
                </a:solidFill>
                <a:latin typeface="맑은 고딕"/>
              </a:rPr>
              <a:t>• 이름 변경 가능</a:t>
            </a:r>
          </a:p>
          <a:p>
            <a:pPr algn="l"/>
            <a:r>
              <a:rPr sz="1200" b="0" i="0">
                <a:solidFill>
                  <a:srgbClr val="1F1D1A"/>
                </a:solidFill>
                <a:latin typeface="맑은 고딕"/>
              </a:rPr>
              <a:t>• 여러 Leaf page 포함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39912" y="822960"/>
            <a:ext cx="3291840" cy="3840480"/>
          </a:xfrm>
          <a:prstGeom prst="rect">
            <a:avLst/>
          </a:prstGeom>
          <a:solidFill>
            <a:srgbClr val="C8D8F0"/>
          </a:solidFill>
          <a:ln w="15240">
            <a:solidFill>
              <a:srgbClr val="736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04504" y="960120"/>
            <a:ext cx="29626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F1D1A"/>
                </a:solidFill>
                <a:latin typeface="맑은 고딕"/>
              </a:rPr>
              <a:t>📄  Leaf page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04504" y="1417320"/>
            <a:ext cx="2962656" cy="12700"/>
          </a:xfrm>
          <a:prstGeom prst="rect">
            <a:avLst/>
          </a:prstGeom>
          <a:solidFill>
            <a:srgbClr val="736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04504" y="1508760"/>
            <a:ext cx="2962656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1D1A"/>
                </a:solidFill>
                <a:latin typeface="맑은 고딕"/>
              </a:rPr>
              <a:t>실제 자료 단위</a:t>
            </a:r>
          </a:p>
          <a:p>
            <a:pPr algn="l"/>
            <a:r>
              <a:rPr sz="1200" b="0" i="0">
                <a:solidFill>
                  <a:srgbClr val="1F1D1A"/>
                </a:solidFill>
                <a:latin typeface="맑은 고딕"/>
              </a:rPr>
              <a:t/>
            </a:r>
          </a:p>
          <a:p>
            <a:pPr algn="l"/>
            <a:r>
              <a:rPr sz="1200" b="0" i="0">
                <a:solidFill>
                  <a:srgbClr val="1F1D1A"/>
                </a:solidFill>
                <a:latin typeface="맑은 고딕"/>
              </a:rPr>
              <a:t>개별 주제의 자료 묶음</a:t>
            </a:r>
          </a:p>
          <a:p>
            <a:pPr algn="l"/>
            <a:r>
              <a:rPr sz="1200" b="0" i="0">
                <a:solidFill>
                  <a:srgbClr val="1F1D1A"/>
                </a:solidFill>
                <a:latin typeface="맑은 고딕"/>
              </a:rPr>
              <a:t>예: 최신논문리뷰 / 증례보고</a:t>
            </a:r>
          </a:p>
          <a:p>
            <a:pPr algn="l"/>
            <a:r>
              <a:rPr sz="1200" b="0" i="0">
                <a:solidFill>
                  <a:srgbClr val="1F1D1A"/>
                </a:solidFill>
                <a:latin typeface="맑은 고딕"/>
              </a:rPr>
              <a:t/>
            </a:r>
          </a:p>
          <a:p>
            <a:pPr algn="l"/>
            <a:r>
              <a:rPr sz="1200" b="0" i="0">
                <a:solidFill>
                  <a:srgbClr val="1F1D1A"/>
                </a:solidFill>
                <a:latin typeface="맑은 고딕"/>
              </a:rPr>
              <a:t>포함 정보</a:t>
            </a:r>
          </a:p>
          <a:p>
            <a:pPr algn="l"/>
            <a:r>
              <a:rPr sz="1200" b="0" i="0">
                <a:solidFill>
                  <a:srgbClr val="1F1D1A"/>
                </a:solidFill>
                <a:latin typeface="맑은 고딕"/>
              </a:rPr>
              <a:t>• 메모 (자유 텍스트)</a:t>
            </a:r>
          </a:p>
          <a:p>
            <a:pPr algn="l"/>
            <a:r>
              <a:rPr sz="1200" b="0" i="0">
                <a:solidFill>
                  <a:srgbClr val="1F1D1A"/>
                </a:solidFill>
                <a:latin typeface="맑은 고딕"/>
              </a:rPr>
              <a:t>• 태그</a:t>
            </a:r>
          </a:p>
          <a:p>
            <a:pPr algn="l"/>
            <a:r>
              <a:rPr sz="1200" b="0" i="0">
                <a:solidFill>
                  <a:srgbClr val="1F1D1A"/>
                </a:solidFill>
                <a:latin typeface="맑은 고딕"/>
              </a:rPr>
              <a:t>• PDF 파일 (여러 개 연결)</a:t>
            </a:r>
          </a:p>
          <a:p>
            <a:pPr algn="l"/>
            <a:r>
              <a:rPr sz="1200" b="0" i="0">
                <a:solidFill>
                  <a:srgbClr val="1F1D1A"/>
                </a:solidFill>
                <a:latin typeface="맑은 고딕"/>
              </a:rPr>
              <a:t>• PDF 페이지별 코멘트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67912" y="254203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B3541E"/>
                </a:solidFill>
                <a:latin typeface="맑은 고딕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254203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B3541E"/>
                </a:solidFill>
                <a:latin typeface="맑은 고딕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920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736B5F"/>
                </a:solidFill>
                <a:latin typeface="맑은 고딕"/>
              </a:rPr>
              <a:t>💡  사이드바에서 Notebook과 Chapter를 탐색하고, Chapter를 클릭하면 해당 Leaf page 목록이 메인 화면에 표시됩니다.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36576"/>
            <a:ext cx="7315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F1D1A"/>
                </a:solidFill>
                <a:latin typeface="맑은 고딕"/>
              </a:rPr>
              <a:t>① 대시보드  —  앱 시작 화면</a:t>
            </a:r>
          </a:p>
        </p:txBody>
      </p:sp>
      <p:pic>
        <p:nvPicPr>
          <p:cNvPr id="3" name="Picture 2" descr="20260424_1633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5488"/>
            <a:ext cx="12188952" cy="77705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475488"/>
            <a:ext cx="1366388" cy="4903674"/>
          </a:xfrm>
          <a:prstGeom prst="rect">
            <a:avLst/>
          </a:prstGeom>
          <a:noFill/>
          <a:ln w="31750">
            <a:solidFill>
              <a:srgbClr val="CC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442588" y="566928"/>
            <a:ext cx="1188720" cy="266700"/>
          </a:xfrm>
          <a:prstGeom prst="rect">
            <a:avLst/>
          </a:prstGeom>
          <a:solidFill>
            <a:srgbClr val="CC2222"/>
          </a:solidFill>
          <a:ln>
            <a:solidFill>
              <a:srgbClr val="CC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① 사이드바</a:t>
            </a:r>
          </a:p>
        </p:txBody>
      </p:sp>
      <p:sp>
        <p:nvSpPr>
          <p:cNvPr id="6" name="Rectangle 5"/>
          <p:cNvSpPr/>
          <p:nvPr/>
        </p:nvSpPr>
        <p:spPr>
          <a:xfrm>
            <a:off x="1404698" y="654267"/>
            <a:ext cx="2439067" cy="1200378"/>
          </a:xfrm>
          <a:prstGeom prst="rect">
            <a:avLst/>
          </a:prstGeom>
          <a:noFill/>
          <a:ln w="31750">
            <a:solidFill>
              <a:srgbClr val="CC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404698" y="349467"/>
            <a:ext cx="1920240" cy="266700"/>
          </a:xfrm>
          <a:prstGeom prst="rect">
            <a:avLst/>
          </a:prstGeom>
          <a:solidFill>
            <a:srgbClr val="CC2222"/>
          </a:solidFill>
          <a:ln>
            <a:solidFill>
              <a:srgbClr val="CC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② 최근 열람 노트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7615" y="654267"/>
            <a:ext cx="2439067" cy="1200378"/>
          </a:xfrm>
          <a:prstGeom prst="rect">
            <a:avLst/>
          </a:prstGeom>
          <a:noFill/>
          <a:ln w="31750">
            <a:solidFill>
              <a:srgbClr val="CC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907615" y="349467"/>
            <a:ext cx="1920240" cy="266700"/>
          </a:xfrm>
          <a:prstGeom prst="rect">
            <a:avLst/>
          </a:prstGeom>
          <a:solidFill>
            <a:srgbClr val="CC2222"/>
          </a:solidFill>
          <a:ln>
            <a:solidFill>
              <a:srgbClr val="CC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③ 최근 열람 PDF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04698" y="1905726"/>
            <a:ext cx="2439067" cy="1200378"/>
          </a:xfrm>
          <a:prstGeom prst="rect">
            <a:avLst/>
          </a:prstGeom>
          <a:noFill/>
          <a:ln w="31750">
            <a:solidFill>
              <a:srgbClr val="22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404698" y="1600926"/>
            <a:ext cx="1920240" cy="266700"/>
          </a:xfrm>
          <a:prstGeom prst="rect">
            <a:avLst/>
          </a:prstGeom>
          <a:solidFill>
            <a:srgbClr val="2255AA"/>
          </a:solidFill>
          <a:ln>
            <a:solidFill>
              <a:srgbClr val="22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④ 최근 주요 노트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7615" y="1905726"/>
            <a:ext cx="2439067" cy="1200378"/>
          </a:xfrm>
          <a:prstGeom prst="rect">
            <a:avLst/>
          </a:prstGeom>
          <a:noFill/>
          <a:ln w="31750">
            <a:solidFill>
              <a:srgbClr val="22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907615" y="1600926"/>
            <a:ext cx="1463040" cy="266700"/>
          </a:xfrm>
          <a:prstGeom prst="rect">
            <a:avLst/>
          </a:prstGeom>
          <a:solidFill>
            <a:srgbClr val="2255AA"/>
          </a:solidFill>
          <a:ln>
            <a:solidFill>
              <a:srgbClr val="22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⑤ 관련 항목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1567" y="488257"/>
            <a:ext cx="1698408" cy="166009"/>
          </a:xfrm>
          <a:prstGeom prst="rect">
            <a:avLst/>
          </a:prstGeom>
          <a:noFill/>
          <a:ln w="31750">
            <a:solidFill>
              <a:srgbClr val="2288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717247" y="717766"/>
            <a:ext cx="1828800" cy="266700"/>
          </a:xfrm>
          <a:prstGeom prst="rect">
            <a:avLst/>
          </a:prstGeom>
          <a:solidFill>
            <a:srgbClr val="228822"/>
          </a:solidFill>
          <a:ln>
            <a:solidFill>
              <a:srgbClr val="2288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⑥ 검색창 (Enter)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17580" y="488257"/>
            <a:ext cx="191549" cy="153239"/>
          </a:xfrm>
          <a:prstGeom prst="rect">
            <a:avLst/>
          </a:prstGeom>
          <a:noFill/>
          <a:ln w="31750">
            <a:solidFill>
              <a:srgbClr val="DD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0380" y="704996"/>
            <a:ext cx="914400" cy="266700"/>
          </a:xfrm>
          <a:prstGeom prst="rect">
            <a:avLst/>
          </a:prstGeom>
          <a:solidFill>
            <a:srgbClr val="DD8800"/>
          </a:solidFill>
          <a:ln>
            <a:solidFill>
              <a:srgbClr val="DD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KO/EN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36576"/>
            <a:ext cx="8229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F1D1A"/>
                </a:solidFill>
                <a:latin typeface="맑은 고딕"/>
              </a:rPr>
              <a:t>② 사이드바 탐색  —  Notebook / Chapter 구조</a:t>
            </a:r>
          </a:p>
        </p:txBody>
      </p:sp>
      <p:pic>
        <p:nvPicPr>
          <p:cNvPr id="3" name="Picture 2" descr="20260424_1633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5488"/>
            <a:ext cx="12188952" cy="77705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1209762"/>
            <a:ext cx="1353618" cy="191549"/>
          </a:xfrm>
          <a:prstGeom prst="rect">
            <a:avLst/>
          </a:prstGeom>
          <a:noFill/>
          <a:ln w="31750">
            <a:solidFill>
              <a:srgbClr val="CC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429818" y="1209762"/>
            <a:ext cx="2834640" cy="266700"/>
          </a:xfrm>
          <a:prstGeom prst="rect">
            <a:avLst/>
          </a:prstGeom>
          <a:solidFill>
            <a:srgbClr val="CC2222"/>
          </a:solidFill>
          <a:ln>
            <a:solidFill>
              <a:srgbClr val="CC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Notebook 항목 (클릭: 접기/펼치기)</a:t>
            </a:r>
          </a:p>
        </p:txBody>
      </p:sp>
      <p:sp>
        <p:nvSpPr>
          <p:cNvPr id="6" name="Rectangle 5"/>
          <p:cNvSpPr/>
          <p:nvPr/>
        </p:nvSpPr>
        <p:spPr>
          <a:xfrm>
            <a:off x="114929" y="1726946"/>
            <a:ext cx="1213148" cy="395869"/>
          </a:xfrm>
          <a:prstGeom prst="rect">
            <a:avLst/>
          </a:prstGeom>
          <a:noFill/>
          <a:ln w="31750">
            <a:solidFill>
              <a:srgbClr val="CC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404277" y="1726946"/>
            <a:ext cx="3108960" cy="266700"/>
          </a:xfrm>
          <a:prstGeom prst="rect">
            <a:avLst/>
          </a:prstGeom>
          <a:solidFill>
            <a:srgbClr val="CC2222"/>
          </a:solidFill>
          <a:ln>
            <a:solidFill>
              <a:srgbClr val="CC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Chapter 항목 (클릭: Leaf page 목록 열기)</a:t>
            </a:r>
          </a:p>
        </p:txBody>
      </p:sp>
      <p:sp>
        <p:nvSpPr>
          <p:cNvPr id="8" name="Rectangle 7"/>
          <p:cNvSpPr/>
          <p:nvPr/>
        </p:nvSpPr>
        <p:spPr>
          <a:xfrm>
            <a:off x="1162068" y="1739716"/>
            <a:ext cx="140469" cy="140469"/>
          </a:xfrm>
          <a:prstGeom prst="rect">
            <a:avLst/>
          </a:prstGeom>
          <a:noFill/>
          <a:ln w="38100">
            <a:solidFill>
              <a:srgbClr val="DD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-666732" y="1956385"/>
            <a:ext cx="2286000" cy="266700"/>
          </a:xfrm>
          <a:prstGeom prst="rect">
            <a:avLst/>
          </a:prstGeom>
          <a:solidFill>
            <a:srgbClr val="DD8800"/>
          </a:solidFill>
          <a:ln>
            <a:solidFill>
              <a:srgbClr val="DD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··· 버튼 (마우스 오버시 표시)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924" y="5858036"/>
            <a:ext cx="1302538" cy="166009"/>
          </a:xfrm>
          <a:prstGeom prst="rect">
            <a:avLst/>
          </a:prstGeom>
          <a:noFill/>
          <a:ln w="31750">
            <a:solidFill>
              <a:srgbClr val="2288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1924" y="6087545"/>
            <a:ext cx="1737360" cy="266700"/>
          </a:xfrm>
          <a:prstGeom prst="rect">
            <a:avLst/>
          </a:prstGeom>
          <a:solidFill>
            <a:srgbClr val="228822"/>
          </a:solidFill>
          <a:ln>
            <a:solidFill>
              <a:srgbClr val="2288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+ 새 Notebook 추가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28078" y="2997560"/>
            <a:ext cx="109728" cy="319249"/>
          </a:xfrm>
          <a:prstGeom prst="rect">
            <a:avLst/>
          </a:prstGeom>
          <a:noFill/>
          <a:ln w="31750">
            <a:solidFill>
              <a:srgbClr val="22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-134962" y="2997560"/>
            <a:ext cx="1554480" cy="266700"/>
          </a:xfrm>
          <a:prstGeom prst="rect">
            <a:avLst/>
          </a:prstGeom>
          <a:solidFill>
            <a:srgbClr val="2255AA"/>
          </a:solidFill>
          <a:ln>
            <a:solidFill>
              <a:srgbClr val="22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◀ 사이드바 접기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79" y="548640"/>
            <a:ext cx="4572000" cy="6126480"/>
          </a:xfrm>
          <a:prstGeom prst="rect">
            <a:avLst/>
          </a:prstGeom>
          <a:solidFill>
            <a:srgbClr val="FFFFFF"/>
          </a:solidFill>
          <a:ln w="12700">
            <a:solidFill>
              <a:srgbClr val="736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685800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1D1A"/>
                </a:solidFill>
                <a:latin typeface="맑은 고딕"/>
              </a:rPr>
              <a:t>사이드바 구성</a:t>
            </a:r>
          </a:p>
          <a:p>
            <a:pPr algn="l"/>
            <a:r>
              <a:rPr sz="1400" b="1" i="0">
                <a:solidFill>
                  <a:srgbClr val="1F1D1A"/>
                </a:solidFill>
                <a:latin typeface="맑은 고딕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1097280"/>
            <a:ext cx="42976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1D1A"/>
                </a:solidFill>
                <a:latin typeface="맑은 고딕"/>
              </a:rPr>
              <a:t>Notebook 항목</a:t>
            </a:r>
          </a:p>
          <a:p>
            <a:pPr algn="l"/>
            <a:r>
              <a:rPr sz="1200" b="0" i="0">
                <a:solidFill>
                  <a:srgbClr val="1F1D1A"/>
                </a:solidFill>
                <a:latin typeface="맑은 고딕"/>
              </a:rPr>
              <a:t>• 클릭하면 하위 Chapter 목록 접기/펼치기</a:t>
            </a:r>
          </a:p>
          <a:p>
            <a:pPr algn="l"/>
            <a:r>
              <a:rPr sz="1200" b="0" i="0">
                <a:solidFill>
                  <a:srgbClr val="1F1D1A"/>
                </a:solidFill>
                <a:latin typeface="맑은 고딕"/>
              </a:rPr>
              <a:t>• 마우스 오버 → ··· 버튼 나타남</a:t>
            </a:r>
          </a:p>
          <a:p>
            <a:pPr algn="l"/>
            <a:r>
              <a:rPr sz="1200" b="0" i="0">
                <a:solidFill>
                  <a:srgbClr val="1F1D1A"/>
                </a:solidFill>
                <a:latin typeface="맑은 고딕"/>
              </a:rPr>
              <a:t/>
            </a:r>
          </a:p>
          <a:p>
            <a:pPr algn="l"/>
            <a:r>
              <a:rPr sz="1200" b="0" i="0">
                <a:solidFill>
                  <a:srgbClr val="1F1D1A"/>
                </a:solidFill>
                <a:latin typeface="맑은 고딕"/>
              </a:rPr>
              <a:t>Chapter 항목</a:t>
            </a:r>
          </a:p>
          <a:p>
            <a:pPr algn="l"/>
            <a:r>
              <a:rPr sz="1200" b="0" i="0">
                <a:solidFill>
                  <a:srgbClr val="1F1D1A"/>
                </a:solidFill>
                <a:latin typeface="맑은 고딕"/>
              </a:rPr>
              <a:t>• 클릭하면 메인 화면에 Leaf page 목록 표시</a:t>
            </a:r>
          </a:p>
          <a:p>
            <a:pPr algn="l"/>
            <a:r>
              <a:rPr sz="1200" b="0" i="0">
                <a:solidFill>
                  <a:srgbClr val="1F1D1A"/>
                </a:solidFill>
                <a:latin typeface="맑은 고딕"/>
              </a:rPr>
              <a:t>• 현재 선택된 항목은 배경색으로 강조됨</a:t>
            </a:r>
          </a:p>
          <a:p>
            <a:pPr algn="l"/>
            <a:r>
              <a:rPr sz="1200" b="0" i="0">
                <a:solidFill>
                  <a:srgbClr val="1F1D1A"/>
                </a:solidFill>
                <a:latin typeface="맑은 고딕"/>
              </a:rPr>
              <a:t>• 마우스 오버 → ··· 버튼 나타남</a:t>
            </a:r>
          </a:p>
          <a:p>
            <a:pPr algn="l"/>
            <a:r>
              <a:rPr sz="1200" b="0" i="0">
                <a:solidFill>
                  <a:srgbClr val="1F1D1A"/>
                </a:solidFill>
                <a:latin typeface="맑은 고딕"/>
              </a:rPr>
              <a:t/>
            </a:r>
          </a:p>
          <a:p>
            <a:pPr algn="l"/>
            <a:r>
              <a:rPr sz="1200" b="0" i="0">
                <a:solidFill>
                  <a:srgbClr val="1F1D1A"/>
                </a:solidFill>
                <a:latin typeface="맑은 고딕"/>
              </a:rPr>
              <a:t>··· 버튼 (컨텍스트 메뉴)</a:t>
            </a:r>
          </a:p>
          <a:p>
            <a:pPr algn="l"/>
            <a:r>
              <a:rPr sz="1200" b="0" i="0">
                <a:solidFill>
                  <a:srgbClr val="1F1D1A"/>
                </a:solidFill>
                <a:latin typeface="맑은 고딕"/>
              </a:rPr>
              <a:t>• 이름 변경</a:t>
            </a:r>
          </a:p>
          <a:p>
            <a:pPr algn="l"/>
            <a:r>
              <a:rPr sz="1200" b="0" i="0">
                <a:solidFill>
                  <a:srgbClr val="1F1D1A"/>
                </a:solidFill>
                <a:latin typeface="맑은 고딕"/>
              </a:rPr>
              <a:t>• 아이콘 변경 (이모지 입력)</a:t>
            </a:r>
          </a:p>
          <a:p>
            <a:pPr algn="l"/>
            <a:r>
              <a:rPr sz="1200" b="0" i="0">
                <a:solidFill>
                  <a:srgbClr val="1F1D1A"/>
                </a:solidFill>
                <a:latin typeface="맑은 고딕"/>
              </a:rPr>
              <a:t>• 새 Chapter 추가 (Notebook 메뉴)</a:t>
            </a:r>
          </a:p>
          <a:p>
            <a:pPr algn="l"/>
            <a:r>
              <a:rPr sz="1200" b="0" i="0">
                <a:solidFill>
                  <a:srgbClr val="1F1D1A"/>
                </a:solidFill>
                <a:latin typeface="맑은 고딕"/>
              </a:rPr>
              <a:t>• 삭제</a:t>
            </a:r>
          </a:p>
          <a:p>
            <a:pPr algn="l"/>
            <a:r>
              <a:rPr sz="1200" b="0" i="0">
                <a:solidFill>
                  <a:srgbClr val="1F1D1A"/>
                </a:solidFill>
                <a:latin typeface="맑은 고딕"/>
              </a:rPr>
              <a:t/>
            </a:r>
          </a:p>
          <a:p>
            <a:pPr algn="l"/>
            <a:r>
              <a:rPr sz="1200" b="0" i="0">
                <a:solidFill>
                  <a:srgbClr val="1F1D1A"/>
                </a:solidFill>
                <a:latin typeface="맑은 고딕"/>
              </a:rPr>
              <a:t>+ 새 Notebook 버튼</a:t>
            </a:r>
          </a:p>
          <a:p>
            <a:pPr algn="l"/>
            <a:r>
              <a:rPr sz="1200" b="0" i="0">
                <a:solidFill>
                  <a:srgbClr val="1F1D1A"/>
                </a:solidFill>
                <a:latin typeface="맑은 고딕"/>
              </a:rPr>
              <a:t>• 사이드바 하단에 위치</a:t>
            </a:r>
          </a:p>
          <a:p>
            <a:pPr algn="l"/>
            <a:r>
              <a:rPr sz="1200" b="0" i="0">
                <a:solidFill>
                  <a:srgbClr val="1F1D1A"/>
                </a:solidFill>
                <a:latin typeface="맑은 고딕"/>
              </a:rPr>
              <a:t>• 클릭하면 이름 입력 후 새 Notebook 생성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36576"/>
            <a:ext cx="10972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F1D1A"/>
                </a:solidFill>
                <a:latin typeface="맑은 고딕"/>
              </a:rPr>
              <a:t>③ 컨텍스트 메뉴 (··· 버튼)  —  이름 변경 / 아이콘 변경 / 추가 / 삭제</a:t>
            </a:r>
          </a:p>
        </p:txBody>
      </p:sp>
      <p:pic>
        <p:nvPicPr>
          <p:cNvPr id="3" name="Picture 2" descr="20260424_1633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5488"/>
            <a:ext cx="12188952" cy="77705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06479" y="896897"/>
            <a:ext cx="855589" cy="587419"/>
          </a:xfrm>
          <a:prstGeom prst="rect">
            <a:avLst/>
          </a:prstGeom>
          <a:noFill/>
          <a:ln w="31750">
            <a:solidFill>
              <a:srgbClr val="CC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89068" y="915185"/>
            <a:ext cx="1371600" cy="266700"/>
          </a:xfrm>
          <a:prstGeom prst="rect">
            <a:avLst/>
          </a:prstGeom>
          <a:solidFill>
            <a:srgbClr val="CC2222"/>
          </a:solidFill>
          <a:ln>
            <a:solidFill>
              <a:srgbClr val="CC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이름 변경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9068" y="1226081"/>
            <a:ext cx="1371600" cy="266700"/>
          </a:xfrm>
          <a:prstGeom prst="rect">
            <a:avLst/>
          </a:prstGeom>
          <a:solidFill>
            <a:srgbClr val="CC2222"/>
          </a:solidFill>
          <a:ln>
            <a:solidFill>
              <a:srgbClr val="CC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아이콘 변경</a:t>
            </a:r>
          </a:p>
        </p:txBody>
      </p:sp>
      <p:sp>
        <p:nvSpPr>
          <p:cNvPr id="7" name="Rectangle 6"/>
          <p:cNvSpPr/>
          <p:nvPr/>
        </p:nvSpPr>
        <p:spPr>
          <a:xfrm>
            <a:off x="1289068" y="1518689"/>
            <a:ext cx="1371600" cy="266700"/>
          </a:xfrm>
          <a:prstGeom prst="rect">
            <a:avLst/>
          </a:prstGeom>
          <a:solidFill>
            <a:srgbClr val="228822"/>
          </a:solidFill>
          <a:ln>
            <a:solidFill>
              <a:srgbClr val="2288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새 Chapter</a:t>
            </a:r>
          </a:p>
        </p:txBody>
      </p:sp>
      <p:sp>
        <p:nvSpPr>
          <p:cNvPr id="8" name="Rectangle 7"/>
          <p:cNvSpPr/>
          <p:nvPr/>
        </p:nvSpPr>
        <p:spPr>
          <a:xfrm>
            <a:off x="1174838" y="922437"/>
            <a:ext cx="140469" cy="140469"/>
          </a:xfrm>
          <a:prstGeom prst="rect">
            <a:avLst/>
          </a:prstGeom>
          <a:noFill/>
          <a:ln w="38100">
            <a:solidFill>
              <a:srgbClr val="DD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3318" y="617637"/>
            <a:ext cx="914400" cy="266700"/>
          </a:xfrm>
          <a:prstGeom prst="rect">
            <a:avLst/>
          </a:prstGeom>
          <a:solidFill>
            <a:srgbClr val="DD8800"/>
          </a:solidFill>
          <a:ln>
            <a:solidFill>
              <a:srgbClr val="DD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··· 버튼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49440" y="548640"/>
            <a:ext cx="5029200" cy="6126480"/>
          </a:xfrm>
          <a:prstGeom prst="rect">
            <a:avLst/>
          </a:prstGeom>
          <a:solidFill>
            <a:srgbClr val="FFFFFF"/>
          </a:solidFill>
          <a:ln w="12700">
            <a:solidFill>
              <a:srgbClr val="736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0" y="68580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1D1A"/>
                </a:solidFill>
                <a:latin typeface="맑은 고딕"/>
              </a:rPr>
              <a:t>컨텍스트 메뉴 사용법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0" y="1078992"/>
            <a:ext cx="4663440" cy="12700"/>
          </a:xfrm>
          <a:prstGeom prst="rect">
            <a:avLst/>
          </a:prstGeom>
          <a:solidFill>
            <a:srgbClr val="736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0" y="1170432"/>
            <a:ext cx="4663440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1D1A"/>
                </a:solidFill>
                <a:latin typeface="맑은 고딕"/>
              </a:rPr>
              <a:t>사용 방법</a:t>
            </a:r>
          </a:p>
          <a:p>
            <a:pPr algn="l"/>
            <a:r>
              <a:rPr sz="1200" b="0" i="0">
                <a:solidFill>
                  <a:srgbClr val="1F1D1A"/>
                </a:solidFill>
                <a:latin typeface="맑은 고딕"/>
              </a:rPr>
              <a:t>Notebook 또는 Chapter 항목에 마우스를</a:t>
            </a:r>
          </a:p>
          <a:p>
            <a:pPr algn="l"/>
            <a:r>
              <a:rPr sz="1200" b="0" i="0">
                <a:solidFill>
                  <a:srgbClr val="1F1D1A"/>
                </a:solidFill>
                <a:latin typeface="맑은 고딕"/>
              </a:rPr>
              <a:t>올리면 우측에 ··· 버튼이 나타납니다.</a:t>
            </a:r>
          </a:p>
          <a:p>
            <a:pPr algn="l"/>
            <a:r>
              <a:rPr sz="1200" b="0" i="0">
                <a:solidFill>
                  <a:srgbClr val="1F1D1A"/>
                </a:solidFill>
                <a:latin typeface="맑은 고딕"/>
              </a:rPr>
              <a:t>클릭하면 컨텍스트 메뉴가 팝업됩니다.</a:t>
            </a:r>
          </a:p>
          <a:p>
            <a:pPr algn="l"/>
            <a:r>
              <a:rPr sz="1200" b="0" i="0">
                <a:solidFill>
                  <a:srgbClr val="1F1D1A"/>
                </a:solidFill>
                <a:latin typeface="맑은 고딕"/>
              </a:rPr>
              <a:t/>
            </a:r>
          </a:p>
          <a:p>
            <a:pPr algn="l"/>
            <a:r>
              <a:rPr sz="1200" b="0" i="0">
                <a:solidFill>
                  <a:srgbClr val="1F1D1A"/>
                </a:solidFill>
                <a:latin typeface="맑은 고딕"/>
              </a:rPr>
              <a:t>이름 변경</a:t>
            </a:r>
          </a:p>
          <a:p>
            <a:pPr algn="l"/>
            <a:r>
              <a:rPr sz="1200" b="0" i="0">
                <a:solidFill>
                  <a:srgbClr val="1F1D1A"/>
                </a:solidFill>
                <a:latin typeface="맑은 고딕"/>
              </a:rPr>
              <a:t>→ 입력창이 열리고 새 이름을 입력합니다.</a:t>
            </a:r>
          </a:p>
          <a:p>
            <a:pPr algn="l"/>
            <a:r>
              <a:rPr sz="1200" b="0" i="0">
                <a:solidFill>
                  <a:srgbClr val="1F1D1A"/>
                </a:solidFill>
                <a:latin typeface="맑은 고딕"/>
              </a:rPr>
              <a:t>   확인 버튼 또는 Enter 키로 저장.</a:t>
            </a:r>
          </a:p>
          <a:p>
            <a:pPr algn="l"/>
            <a:r>
              <a:rPr sz="1200" b="0" i="0">
                <a:solidFill>
                  <a:srgbClr val="1F1D1A"/>
                </a:solidFill>
                <a:latin typeface="맑은 고딕"/>
              </a:rPr>
              <a:t/>
            </a:r>
          </a:p>
          <a:p>
            <a:pPr algn="l"/>
            <a:r>
              <a:rPr sz="1200" b="0" i="0">
                <a:solidFill>
                  <a:srgbClr val="1F1D1A"/>
                </a:solidFill>
                <a:latin typeface="맑은 고딕"/>
              </a:rPr>
              <a:t>아이콘 변경</a:t>
            </a:r>
          </a:p>
          <a:p>
            <a:pPr algn="l"/>
            <a:r>
              <a:rPr sz="1200" b="0" i="0">
                <a:solidFill>
                  <a:srgbClr val="1F1D1A"/>
                </a:solidFill>
                <a:latin typeface="맑은 고딕"/>
              </a:rPr>
              <a:t>→ 이모지를 직접 입력합니다.</a:t>
            </a:r>
          </a:p>
          <a:p>
            <a:pPr algn="l"/>
            <a:r>
              <a:rPr sz="1200" b="0" i="0">
                <a:solidFill>
                  <a:srgbClr val="1F1D1A"/>
                </a:solidFill>
                <a:latin typeface="맑은 고딕"/>
              </a:rPr>
              <a:t>   예: 📚  🧠  💊  🏥  🔬  📋  📝</a:t>
            </a:r>
          </a:p>
          <a:p>
            <a:pPr algn="l"/>
            <a:r>
              <a:rPr sz="1200" b="0" i="0">
                <a:solidFill>
                  <a:srgbClr val="1F1D1A"/>
                </a:solidFill>
                <a:latin typeface="맑은 고딕"/>
              </a:rPr>
              <a:t/>
            </a:r>
          </a:p>
          <a:p>
            <a:pPr algn="l"/>
            <a:r>
              <a:rPr sz="1200" b="0" i="0">
                <a:solidFill>
                  <a:srgbClr val="1F1D1A"/>
                </a:solidFill>
                <a:latin typeface="맑은 고딕"/>
              </a:rPr>
              <a:t>새 Chapter 추가  ← Notebook 메뉴에만 있음</a:t>
            </a:r>
          </a:p>
          <a:p>
            <a:pPr algn="l"/>
            <a:r>
              <a:rPr sz="1200" b="0" i="0">
                <a:solidFill>
                  <a:srgbClr val="1F1D1A"/>
                </a:solidFill>
                <a:latin typeface="맑은 고딕"/>
              </a:rPr>
              <a:t>→ 이름 입력 후 새 Chapter를 생성합니다.</a:t>
            </a:r>
          </a:p>
          <a:p>
            <a:pPr algn="l"/>
            <a:r>
              <a:rPr sz="1200" b="0" i="0">
                <a:solidFill>
                  <a:srgbClr val="1F1D1A"/>
                </a:solidFill>
                <a:latin typeface="맑은 고딕"/>
              </a:rPr>
              <a:t/>
            </a:r>
          </a:p>
          <a:p>
            <a:pPr algn="l"/>
            <a:r>
              <a:rPr sz="1200" b="0" i="0">
                <a:solidFill>
                  <a:srgbClr val="1F1D1A"/>
                </a:solidFill>
                <a:latin typeface="맑은 고딕"/>
              </a:rPr>
              <a:t>삭제</a:t>
            </a:r>
          </a:p>
          <a:p>
            <a:pPr algn="l"/>
            <a:r>
              <a:rPr sz="1200" b="0" i="0">
                <a:solidFill>
                  <a:srgbClr val="1F1D1A"/>
                </a:solidFill>
                <a:latin typeface="맑은 고딕"/>
              </a:rPr>
              <a:t>→ 해당 항목과 모든 하위 데이터를 삭제합니다.</a:t>
            </a:r>
          </a:p>
          <a:p>
            <a:pPr algn="l"/>
            <a:r>
              <a:rPr sz="1200" b="0" i="0">
                <a:solidFill>
                  <a:srgbClr val="1F1D1A"/>
                </a:solidFill>
                <a:latin typeface="맑은 고딕"/>
              </a:rPr>
              <a:t>   ⚠ 삭제 전 확인 팝업이 표시됩니다.</a:t>
            </a:r>
          </a:p>
          <a:p>
            <a:pPr algn="l"/>
            <a:r>
              <a:rPr sz="1200" b="0" i="0">
                <a:solidFill>
                  <a:srgbClr val="1F1D1A"/>
                </a:solidFill>
                <a:latin typeface="맑은 고딕"/>
              </a:rPr>
              <a:t>   (Notebook 삭제 시 모든 Chapter·Leaf page 삭제)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36576"/>
            <a:ext cx="7315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F1D1A"/>
                </a:solidFill>
                <a:latin typeface="맑은 고딕"/>
              </a:rPr>
              <a:t>④ Chapter 뷰  —  Leaf page 목록 &amp; 추가</a:t>
            </a:r>
          </a:p>
        </p:txBody>
      </p:sp>
      <p:pic>
        <p:nvPicPr>
          <p:cNvPr id="3" name="Picture 2" descr="20260424_1633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5488"/>
            <a:ext cx="12188952" cy="77705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430238" y="890512"/>
            <a:ext cx="1992117" cy="140469"/>
          </a:xfrm>
          <a:prstGeom prst="rect">
            <a:avLst/>
          </a:prstGeom>
          <a:noFill/>
          <a:ln w="31750">
            <a:solidFill>
              <a:srgbClr val="22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430238" y="585712"/>
            <a:ext cx="2651760" cy="266700"/>
          </a:xfrm>
          <a:prstGeom prst="rect">
            <a:avLst/>
          </a:prstGeom>
          <a:solidFill>
            <a:srgbClr val="2255AA"/>
          </a:solidFill>
          <a:ln>
            <a:solidFill>
              <a:srgbClr val="22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현재 위치 (Notebook / Chapter)</a:t>
            </a:r>
          </a:p>
        </p:txBody>
      </p:sp>
      <p:sp>
        <p:nvSpPr>
          <p:cNvPr id="6" name="Rectangle 5"/>
          <p:cNvSpPr/>
          <p:nvPr/>
        </p:nvSpPr>
        <p:spPr>
          <a:xfrm>
            <a:off x="1430238" y="1062907"/>
            <a:ext cx="1008828" cy="306479"/>
          </a:xfrm>
          <a:prstGeom prst="rect">
            <a:avLst/>
          </a:prstGeom>
          <a:noFill/>
          <a:ln w="31750">
            <a:solidFill>
              <a:srgbClr val="CC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430238" y="1432886"/>
            <a:ext cx="1371600" cy="266700"/>
          </a:xfrm>
          <a:prstGeom prst="rect">
            <a:avLst/>
          </a:prstGeom>
          <a:solidFill>
            <a:srgbClr val="CC2222"/>
          </a:solidFill>
          <a:ln>
            <a:solidFill>
              <a:srgbClr val="CC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Chapter 제목</a:t>
            </a:r>
          </a:p>
        </p:txBody>
      </p:sp>
      <p:sp>
        <p:nvSpPr>
          <p:cNvPr id="8" name="Rectangle 7"/>
          <p:cNvSpPr/>
          <p:nvPr/>
        </p:nvSpPr>
        <p:spPr>
          <a:xfrm>
            <a:off x="1430238" y="1369386"/>
            <a:ext cx="1021598" cy="102159"/>
          </a:xfrm>
          <a:prstGeom prst="rect">
            <a:avLst/>
          </a:prstGeom>
          <a:noFill/>
          <a:ln w="19050">
            <a:solidFill>
              <a:srgbClr val="736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430238" y="1522345"/>
            <a:ext cx="1828800" cy="266700"/>
          </a:xfrm>
          <a:prstGeom prst="rect">
            <a:avLst/>
          </a:prstGeom>
          <a:solidFill>
            <a:srgbClr val="736B5F"/>
          </a:solidFill>
          <a:ln>
            <a:solidFill>
              <a:srgbClr val="736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Chapter 설명 텍스트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87703" y="1701406"/>
            <a:ext cx="5031374" cy="210704"/>
          </a:xfrm>
          <a:prstGeom prst="rect">
            <a:avLst/>
          </a:prstGeom>
          <a:noFill/>
          <a:ln w="31750">
            <a:solidFill>
              <a:srgbClr val="CC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487703" y="1396606"/>
            <a:ext cx="3108960" cy="266700"/>
          </a:xfrm>
          <a:prstGeom prst="rect">
            <a:avLst/>
          </a:prstGeom>
          <a:solidFill>
            <a:srgbClr val="CC2222"/>
          </a:solidFill>
          <a:ln>
            <a:solidFill>
              <a:srgbClr val="CC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Leaf page 항목 (클릭 → 상세 보기)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95697" y="1739716"/>
            <a:ext cx="753429" cy="127699"/>
          </a:xfrm>
          <a:prstGeom prst="rect">
            <a:avLst/>
          </a:prstGeom>
          <a:noFill/>
          <a:ln w="31750">
            <a:solidFill>
              <a:srgbClr val="22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21377" y="1930915"/>
            <a:ext cx="2011680" cy="266700"/>
          </a:xfrm>
          <a:prstGeom prst="rect">
            <a:avLst/>
          </a:prstGeom>
          <a:solidFill>
            <a:srgbClr val="2255AA"/>
          </a:solidFill>
          <a:ln>
            <a:solidFill>
              <a:srgbClr val="22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PDF 개수 · 최종 수정일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87703" y="1995116"/>
            <a:ext cx="830049" cy="166009"/>
          </a:xfrm>
          <a:prstGeom prst="rect">
            <a:avLst/>
          </a:prstGeom>
          <a:noFill/>
          <a:ln w="31750">
            <a:solidFill>
              <a:srgbClr val="2288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487703" y="2224625"/>
            <a:ext cx="1645920" cy="266700"/>
          </a:xfrm>
          <a:prstGeom prst="rect">
            <a:avLst/>
          </a:prstGeom>
          <a:solidFill>
            <a:srgbClr val="228822"/>
          </a:solidFill>
          <a:ln>
            <a:solidFill>
              <a:srgbClr val="2288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+ Leaf page 추가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548640"/>
            <a:ext cx="3749039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736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685800"/>
            <a:ext cx="34747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1D1A"/>
                </a:solidFill>
                <a:latin typeface="맑은 고딕"/>
              </a:rPr>
              <a:t>Leaf page 항목 행 구성</a:t>
            </a:r>
          </a:p>
          <a:p>
            <a:pPr algn="l"/>
            <a:r>
              <a:rPr sz="1200" b="0" i="0">
                <a:solidFill>
                  <a:srgbClr val="1F1D1A"/>
                </a:solidFill>
                <a:latin typeface="맑은 고딕"/>
              </a:rPr>
              <a:t/>
            </a:r>
          </a:p>
          <a:p>
            <a:pPr algn="l"/>
            <a:r>
              <a:rPr sz="1200" b="0" i="0">
                <a:solidFill>
                  <a:srgbClr val="1F1D1A"/>
                </a:solidFill>
                <a:latin typeface="맑은 고딕"/>
              </a:rPr>
              <a:t>• 아이콘 + 제목 (왼쪽)</a:t>
            </a:r>
          </a:p>
          <a:p>
            <a:pPr algn="l"/>
            <a:r>
              <a:rPr sz="1200" b="0" i="0">
                <a:solidFill>
                  <a:srgbClr val="1F1D1A"/>
                </a:solidFill>
                <a:latin typeface="맑은 고딕"/>
              </a:rPr>
              <a:t>• PDF 개수 · 최종 수정일 (오른쪽)</a:t>
            </a:r>
          </a:p>
          <a:p>
            <a:pPr algn="l"/>
            <a:r>
              <a:rPr sz="1200" b="0" i="0">
                <a:solidFill>
                  <a:srgbClr val="1F1D1A"/>
                </a:solidFill>
                <a:latin typeface="맑은 고딕"/>
              </a:rPr>
              <a:t/>
            </a:r>
          </a:p>
          <a:p>
            <a:pPr algn="l"/>
            <a:r>
              <a:rPr sz="1200" b="0" i="0">
                <a:solidFill>
                  <a:srgbClr val="1F1D1A"/>
                </a:solidFill>
                <a:latin typeface="맑은 고딕"/>
              </a:rPr>
              <a:t>클릭하면 해당 Leaf page 상세 뷰로 이동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36576"/>
            <a:ext cx="8229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F1D1A"/>
                </a:solidFill>
                <a:latin typeface="맑은 고딕"/>
              </a:rPr>
              <a:t>⑤ Leaf page 상세 뷰  —  제목 / 태그 / 메모</a:t>
            </a:r>
          </a:p>
        </p:txBody>
      </p:sp>
      <p:pic>
        <p:nvPicPr>
          <p:cNvPr id="3" name="Picture 2" descr="20260424_1633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5488"/>
            <a:ext cx="12188952" cy="77705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913054" y="845817"/>
            <a:ext cx="2605077" cy="108544"/>
          </a:xfrm>
          <a:prstGeom prst="rect">
            <a:avLst/>
          </a:prstGeom>
          <a:noFill/>
          <a:ln w="31750">
            <a:solidFill>
              <a:srgbClr val="22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3054" y="566417"/>
            <a:ext cx="3657600" cy="266700"/>
          </a:xfrm>
          <a:prstGeom prst="rect">
            <a:avLst/>
          </a:prstGeom>
          <a:solidFill>
            <a:srgbClr val="2255AA"/>
          </a:solidFill>
          <a:ln>
            <a:solidFill>
              <a:srgbClr val="22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현재 위치 (Notebook / Chapter / Leaf page)</a:t>
            </a:r>
          </a:p>
        </p:txBody>
      </p:sp>
      <p:sp>
        <p:nvSpPr>
          <p:cNvPr id="6" name="Rectangle 5"/>
          <p:cNvSpPr/>
          <p:nvPr/>
        </p:nvSpPr>
        <p:spPr>
          <a:xfrm>
            <a:off x="913054" y="954362"/>
            <a:ext cx="2011272" cy="236244"/>
          </a:xfrm>
          <a:prstGeom prst="rect">
            <a:avLst/>
          </a:prstGeom>
          <a:noFill/>
          <a:ln w="31750">
            <a:solidFill>
              <a:srgbClr val="CC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3054" y="1254106"/>
            <a:ext cx="1645920" cy="266700"/>
          </a:xfrm>
          <a:prstGeom prst="rect">
            <a:avLst/>
          </a:prstGeom>
          <a:solidFill>
            <a:srgbClr val="CC2222"/>
          </a:solidFill>
          <a:ln>
            <a:solidFill>
              <a:srgbClr val="CC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Leaf page 제목</a:t>
            </a:r>
          </a:p>
        </p:txBody>
      </p:sp>
      <p:sp>
        <p:nvSpPr>
          <p:cNvPr id="8" name="Rectangle 7"/>
          <p:cNvSpPr/>
          <p:nvPr/>
        </p:nvSpPr>
        <p:spPr>
          <a:xfrm>
            <a:off x="913054" y="1196992"/>
            <a:ext cx="1149298" cy="114929"/>
          </a:xfrm>
          <a:prstGeom prst="rect">
            <a:avLst/>
          </a:prstGeom>
          <a:noFill/>
          <a:ln w="31750">
            <a:solidFill>
              <a:srgbClr val="2288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125852" y="1196992"/>
            <a:ext cx="2926080" cy="266700"/>
          </a:xfrm>
          <a:prstGeom prst="rect">
            <a:avLst/>
          </a:prstGeom>
          <a:solidFill>
            <a:srgbClr val="228822"/>
          </a:solidFill>
          <a:ln>
            <a:solidFill>
              <a:srgbClr val="2288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태그 목록 (예: 연구, ADHD, 논문리뷰)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3054" y="1318307"/>
            <a:ext cx="3971465" cy="466104"/>
          </a:xfrm>
          <a:prstGeom prst="rect">
            <a:avLst/>
          </a:prstGeom>
          <a:noFill/>
          <a:ln w="31750">
            <a:solidFill>
              <a:srgbClr val="CC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3054" y="1013507"/>
            <a:ext cx="3840480" cy="266700"/>
          </a:xfrm>
          <a:prstGeom prst="rect">
            <a:avLst/>
          </a:prstGeom>
          <a:solidFill>
            <a:srgbClr val="CC2222"/>
          </a:solidFill>
          <a:ln>
            <a:solidFill>
              <a:srgbClr val="CC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메모 입력란 (자유 텍스트, 여러 줄 입력 가능)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3054" y="1797181"/>
            <a:ext cx="498029" cy="153239"/>
          </a:xfrm>
          <a:prstGeom prst="rect">
            <a:avLst/>
          </a:prstGeom>
          <a:noFill/>
          <a:ln w="31750">
            <a:solidFill>
              <a:srgbClr val="22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1614" y="2013920"/>
            <a:ext cx="1463040" cy="533400"/>
          </a:xfrm>
          <a:prstGeom prst="rect">
            <a:avLst/>
          </a:prstGeom>
          <a:solidFill>
            <a:srgbClr val="2255AA"/>
          </a:solidFill>
          <a:ln>
            <a:solidFill>
              <a:srgbClr val="22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메모 저장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(클릭 시 즉시 저장)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43008" y="1797181"/>
            <a:ext cx="351174" cy="153239"/>
          </a:xfrm>
          <a:prstGeom prst="rect">
            <a:avLst/>
          </a:prstGeom>
          <a:noFill/>
          <a:ln w="31750">
            <a:solidFill>
              <a:srgbClr val="CC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351568" y="2013920"/>
            <a:ext cx="1463040" cy="533400"/>
          </a:xfrm>
          <a:prstGeom prst="rect">
            <a:avLst/>
          </a:prstGeom>
          <a:solidFill>
            <a:srgbClr val="CC2222"/>
          </a:solidFill>
          <a:ln>
            <a:solidFill>
              <a:srgbClr val="CC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Leaf page 삭제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(확인 후 삭제)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548640"/>
            <a:ext cx="329184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736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23960" y="68580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1D1A"/>
                </a:solidFill>
                <a:latin typeface="맑은 고딕"/>
              </a:rPr>
              <a:t>메모 작성 안내</a:t>
            </a:r>
          </a:p>
          <a:p>
            <a:pPr algn="l"/>
            <a:r>
              <a:rPr sz="1200" b="0" i="0">
                <a:solidFill>
                  <a:srgbClr val="1F1D1A"/>
                </a:solidFill>
                <a:latin typeface="맑은 고딕"/>
              </a:rPr>
              <a:t/>
            </a:r>
          </a:p>
          <a:p>
            <a:pPr algn="l"/>
            <a:r>
              <a:rPr sz="1200" b="0" i="0">
                <a:solidFill>
                  <a:srgbClr val="1F1D1A"/>
                </a:solidFill>
                <a:latin typeface="맑은 고딕"/>
              </a:rPr>
              <a:t>• 메모란은 자유 텍스트 입력</a:t>
            </a:r>
          </a:p>
          <a:p>
            <a:pPr algn="l"/>
            <a:r>
              <a:rPr sz="1200" b="0" i="0">
                <a:solidFill>
                  <a:srgbClr val="1F1D1A"/>
                </a:solidFill>
                <a:latin typeface="맑은 고딕"/>
              </a:rPr>
              <a:t>• '메모 저장' 버튼 클릭 시 저장됨</a:t>
            </a:r>
          </a:p>
          <a:p>
            <a:pPr algn="l"/>
            <a:r>
              <a:rPr sz="1200" b="0" i="0">
                <a:solidFill>
                  <a:srgbClr val="1F1D1A"/>
                </a:solidFill>
                <a:latin typeface="맑은 고딕"/>
              </a:rPr>
              <a:t/>
            </a:r>
          </a:p>
          <a:p>
            <a:pPr algn="l"/>
            <a:r>
              <a:rPr sz="1200" b="0" i="0">
                <a:solidFill>
                  <a:srgbClr val="1F1D1A"/>
                </a:solidFill>
                <a:latin typeface="맑은 고딕"/>
              </a:rPr>
              <a:t>태그</a:t>
            </a:r>
          </a:p>
          <a:p>
            <a:pPr algn="l"/>
            <a:r>
              <a:rPr sz="1200" b="0" i="0">
                <a:solidFill>
                  <a:srgbClr val="1F1D1A"/>
                </a:solidFill>
                <a:latin typeface="맑은 고딕"/>
              </a:rPr>
              <a:t>• 검색 시 태그 내용도 검색 대상에 포함됨</a:t>
            </a:r>
          </a:p>
          <a:p>
            <a:pPr algn="l"/>
            <a:r>
              <a:rPr sz="1200" b="0" i="0">
                <a:solidFill>
                  <a:srgbClr val="1F1D1A"/>
                </a:solidFill>
                <a:latin typeface="맑은 고딕"/>
              </a:rPr>
              <a:t/>
            </a:r>
          </a:p>
          <a:p>
            <a:pPr algn="l"/>
            <a:r>
              <a:rPr sz="1200" b="0" i="0">
                <a:solidFill>
                  <a:srgbClr val="1F1D1A"/>
                </a:solidFill>
                <a:latin typeface="맑은 고딕"/>
              </a:rPr>
              <a:t>삭제</a:t>
            </a:r>
          </a:p>
          <a:p>
            <a:pPr algn="l"/>
            <a:r>
              <a:rPr sz="1200" b="0" i="0">
                <a:solidFill>
                  <a:srgbClr val="1F1D1A"/>
                </a:solidFill>
                <a:latin typeface="맑은 고딕"/>
              </a:rPr>
              <a:t>• Leaf page 전체를 삭제합니다</a:t>
            </a:r>
          </a:p>
          <a:p>
            <a:pPr algn="l"/>
            <a:r>
              <a:rPr sz="1200" b="0" i="0">
                <a:solidFill>
                  <a:srgbClr val="1F1D1A"/>
                </a:solidFill>
                <a:latin typeface="맑은 고딕"/>
              </a:rPr>
              <a:t>• 삭제 전 확인 팝업 표시</a:t>
            </a:r>
          </a:p>
          <a:p>
            <a:pPr algn="l"/>
            <a:r>
              <a:rPr sz="1200" b="0" i="0">
                <a:solidFill>
                  <a:srgbClr val="1F1D1A"/>
                </a:solidFill>
                <a:latin typeface="맑은 고딕"/>
              </a:rPr>
              <a:t>• 연결된 PDF 정보도 모두 삭제됨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36576"/>
            <a:ext cx="5486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F1D1A"/>
                </a:solidFill>
                <a:latin typeface="맑은 고딕"/>
              </a:rPr>
              <a:t>⑥ PDF 추가 &amp; 뷰어</a:t>
            </a:r>
          </a:p>
        </p:txBody>
      </p:sp>
      <p:pic>
        <p:nvPicPr>
          <p:cNvPr id="3" name="Picture 2" descr="20260424_1633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5488"/>
            <a:ext cx="12188952" cy="77705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913054" y="1956806"/>
            <a:ext cx="415024" cy="121314"/>
          </a:xfrm>
          <a:prstGeom prst="rect">
            <a:avLst/>
          </a:prstGeom>
          <a:noFill/>
          <a:ln w="31750">
            <a:solidFill>
              <a:srgbClr val="22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3054" y="1677406"/>
            <a:ext cx="1005840" cy="266700"/>
          </a:xfrm>
          <a:prstGeom prst="rect">
            <a:avLst/>
          </a:prstGeom>
          <a:solidFill>
            <a:srgbClr val="2255AA"/>
          </a:solidFill>
          <a:ln>
            <a:solidFill>
              <a:srgbClr val="22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PDF 개수</a:t>
            </a:r>
          </a:p>
        </p:txBody>
      </p:sp>
      <p:sp>
        <p:nvSpPr>
          <p:cNvPr id="6" name="Rectangle 5"/>
          <p:cNvSpPr/>
          <p:nvPr/>
        </p:nvSpPr>
        <p:spPr>
          <a:xfrm>
            <a:off x="1302538" y="1950421"/>
            <a:ext cx="459719" cy="127699"/>
          </a:xfrm>
          <a:prstGeom prst="rect">
            <a:avLst/>
          </a:prstGeom>
          <a:noFill/>
          <a:ln w="31750">
            <a:solidFill>
              <a:srgbClr val="2288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02538" y="2141620"/>
            <a:ext cx="1554480" cy="533400"/>
          </a:xfrm>
          <a:prstGeom prst="rect">
            <a:avLst/>
          </a:prstGeom>
          <a:solidFill>
            <a:srgbClr val="228822"/>
          </a:solidFill>
          <a:ln>
            <a:solidFill>
              <a:srgbClr val="2288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+ PDF 추가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(클릭 → 파일 선택 창)</a:t>
            </a:r>
          </a:p>
        </p:txBody>
      </p:sp>
      <p:sp>
        <p:nvSpPr>
          <p:cNvPr id="8" name="Rectangle 7"/>
          <p:cNvSpPr/>
          <p:nvPr/>
        </p:nvSpPr>
        <p:spPr>
          <a:xfrm>
            <a:off x="1021598" y="2135586"/>
            <a:ext cx="3805455" cy="172394"/>
          </a:xfrm>
          <a:prstGeom prst="rect">
            <a:avLst/>
          </a:prstGeom>
          <a:noFill/>
          <a:ln w="31750">
            <a:solidFill>
              <a:srgbClr val="22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21598" y="1830786"/>
            <a:ext cx="3657600" cy="266700"/>
          </a:xfrm>
          <a:prstGeom prst="rect">
            <a:avLst/>
          </a:prstGeom>
          <a:solidFill>
            <a:srgbClr val="2255AA"/>
          </a:solidFill>
          <a:ln>
            <a:solidFill>
              <a:srgbClr val="22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PDF 카드 헤더 (클릭 → 뷰어 펼치기 / 접기)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2640" y="2154741"/>
            <a:ext cx="466104" cy="108544"/>
          </a:xfrm>
          <a:prstGeom prst="rect">
            <a:avLst/>
          </a:prstGeom>
          <a:noFill/>
          <a:ln w="31750">
            <a:solidFill>
              <a:srgbClr val="DD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852244" y="2154741"/>
            <a:ext cx="1005840" cy="266700"/>
          </a:xfrm>
          <a:prstGeom prst="rect">
            <a:avLst/>
          </a:prstGeom>
          <a:solidFill>
            <a:srgbClr val="DD8800"/>
          </a:solidFill>
          <a:ln>
            <a:solidFill>
              <a:srgbClr val="DD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코멘트 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21598" y="2314365"/>
            <a:ext cx="2541227" cy="2024042"/>
          </a:xfrm>
          <a:prstGeom prst="rect">
            <a:avLst/>
          </a:prstGeom>
          <a:noFill/>
          <a:ln w="31750">
            <a:solidFill>
              <a:srgbClr val="CC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21598" y="4401907"/>
            <a:ext cx="2560320" cy="533400"/>
          </a:xfrm>
          <a:prstGeom prst="rect">
            <a:avLst/>
          </a:prstGeom>
          <a:solidFill>
            <a:srgbClr val="CC2222"/>
          </a:solidFill>
          <a:ln>
            <a:solidFill>
              <a:srgbClr val="CC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PDF 뷰어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페이지 이동 / 줌 조절 가능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0" y="548640"/>
            <a:ext cx="329184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736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23960" y="685800"/>
            <a:ext cx="3017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1D1A"/>
                </a:solidFill>
                <a:latin typeface="맑은 고딕"/>
              </a:rPr>
              <a:t>PDF 추가 방법</a:t>
            </a:r>
          </a:p>
          <a:p>
            <a:pPr algn="l"/>
            <a:r>
              <a:rPr sz="1200" b="0" i="0">
                <a:solidFill>
                  <a:srgbClr val="1F1D1A"/>
                </a:solidFill>
                <a:latin typeface="맑은 고딕"/>
              </a:rPr>
              <a:t/>
            </a:r>
          </a:p>
          <a:p>
            <a:pPr algn="l"/>
            <a:r>
              <a:rPr sz="1200" b="0" i="0">
                <a:solidFill>
                  <a:srgbClr val="1F1D1A"/>
                </a:solidFill>
                <a:latin typeface="맑은 고딕"/>
              </a:rPr>
              <a:t>+ PDF 추가 버튼 클릭 →</a:t>
            </a:r>
          </a:p>
          <a:p>
            <a:pPr algn="l"/>
            <a:r>
              <a:rPr sz="1200" b="0" i="0">
                <a:solidFill>
                  <a:srgbClr val="1F1D1A"/>
                </a:solidFill>
                <a:latin typeface="맑은 고딕"/>
              </a:rPr>
              <a:t>파일 선택 다이얼로그 열림 →</a:t>
            </a:r>
          </a:p>
          <a:p>
            <a:pPr algn="l"/>
            <a:r>
              <a:rPr sz="1200" b="0" i="0">
                <a:solidFill>
                  <a:srgbClr val="1F1D1A"/>
                </a:solidFill>
                <a:latin typeface="맑은 고딕"/>
              </a:rPr>
              <a:t>로컬 PDF 파일 선택 →</a:t>
            </a:r>
          </a:p>
          <a:p>
            <a:pPr algn="l"/>
            <a:r>
              <a:rPr sz="1200" b="0" i="0">
                <a:solidFill>
                  <a:srgbClr val="1F1D1A"/>
                </a:solidFill>
                <a:latin typeface="맑은 고딕"/>
              </a:rPr>
              <a:t>자동으로 목록에 추가됨</a:t>
            </a:r>
          </a:p>
          <a:p>
            <a:pPr algn="l"/>
            <a:r>
              <a:rPr sz="1200" b="0" i="0">
                <a:solidFill>
                  <a:srgbClr val="1F1D1A"/>
                </a:solidFill>
                <a:latin typeface="맑은 고딕"/>
              </a:rPr>
              <a:t/>
            </a:r>
          </a:p>
          <a:p>
            <a:pPr algn="l"/>
            <a:r>
              <a:rPr sz="1200" b="0" i="0">
                <a:solidFill>
                  <a:srgbClr val="1F1D1A"/>
                </a:solidFill>
                <a:latin typeface="맑은 고딕"/>
              </a:rPr>
              <a:t>PDF 카드 조작</a:t>
            </a:r>
          </a:p>
          <a:p>
            <a:pPr algn="l"/>
            <a:r>
              <a:rPr sz="1200" b="0" i="0">
                <a:solidFill>
                  <a:srgbClr val="1F1D1A"/>
                </a:solidFill>
                <a:latin typeface="맑은 고딕"/>
              </a:rPr>
              <a:t/>
            </a:r>
          </a:p>
          <a:p>
            <a:pPr algn="l"/>
            <a:r>
              <a:rPr sz="1200" b="0" i="0">
                <a:solidFill>
                  <a:srgbClr val="1F1D1A"/>
                </a:solidFill>
                <a:latin typeface="맑은 고딕"/>
              </a:rPr>
              <a:t>• 카드 헤더 클릭: 뷰어 펼치기/접기</a:t>
            </a:r>
          </a:p>
          <a:p>
            <a:pPr algn="l"/>
            <a:r>
              <a:rPr sz="1200" b="0" i="0">
                <a:solidFill>
                  <a:srgbClr val="1F1D1A"/>
                </a:solidFill>
                <a:latin typeface="맑은 고딕"/>
              </a:rPr>
              <a:t>• 한 Leaf page에 PDF 여러 개 가능</a:t>
            </a:r>
          </a:p>
          <a:p>
            <a:pPr algn="l"/>
            <a:r>
              <a:rPr sz="1200" b="0" i="0">
                <a:solidFill>
                  <a:srgbClr val="1F1D1A"/>
                </a:solidFill>
                <a:latin typeface="맑은 고딕"/>
              </a:rPr>
              <a:t/>
            </a:r>
          </a:p>
          <a:p>
            <a:pPr algn="l"/>
            <a:r>
              <a:rPr sz="1200" b="0" i="0">
                <a:solidFill>
                  <a:srgbClr val="1F1D1A"/>
                </a:solidFill>
                <a:latin typeface="맑은 고딕"/>
              </a:rPr>
              <a:t>뷰어 조작</a:t>
            </a:r>
          </a:p>
          <a:p>
            <a:pPr algn="l"/>
            <a:r>
              <a:rPr sz="1200" b="0" i="0">
                <a:solidFill>
                  <a:srgbClr val="1F1D1A"/>
                </a:solidFill>
                <a:latin typeface="맑은 고딕"/>
              </a:rPr>
              <a:t/>
            </a:r>
          </a:p>
          <a:p>
            <a:pPr algn="l"/>
            <a:r>
              <a:rPr sz="1200" b="0" i="0">
                <a:solidFill>
                  <a:srgbClr val="1F1D1A"/>
                </a:solidFill>
                <a:latin typeface="맑은 고딕"/>
              </a:rPr>
              <a:t>• ◀ ▶  : 페이지 이동</a:t>
            </a:r>
          </a:p>
          <a:p>
            <a:pPr algn="l"/>
            <a:r>
              <a:rPr sz="1200" b="0" i="0">
                <a:solidFill>
                  <a:srgbClr val="1F1D1A"/>
                </a:solidFill>
                <a:latin typeface="맑은 고딕"/>
              </a:rPr>
              <a:t>• + / − : 줌 인/아웃</a:t>
            </a:r>
          </a:p>
          <a:p>
            <a:pPr algn="l"/>
            <a:r>
              <a:rPr sz="1200" b="0" i="0">
                <a:solidFill>
                  <a:srgbClr val="1F1D1A"/>
                </a:solidFill>
                <a:latin typeface="맑은 고딕"/>
              </a:rPr>
              <a:t>• 현재 페이지 번호 표시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36576"/>
            <a:ext cx="5486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F1D1A"/>
                </a:solidFill>
                <a:latin typeface="맑은 고딕"/>
              </a:rPr>
              <a:t>⑦ PDF 페이지 코멘트</a:t>
            </a:r>
          </a:p>
        </p:txBody>
      </p:sp>
      <p:pic>
        <p:nvPicPr>
          <p:cNvPr id="3" name="Picture 2" descr="20260424_1633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5488"/>
            <a:ext cx="12188952" cy="77705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588366" y="2269670"/>
            <a:ext cx="1391928" cy="2075122"/>
          </a:xfrm>
          <a:prstGeom prst="rect">
            <a:avLst/>
          </a:prstGeom>
          <a:noFill/>
          <a:ln w="31750">
            <a:solidFill>
              <a:srgbClr val="CC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588366" y="1964870"/>
            <a:ext cx="2560320" cy="266700"/>
          </a:xfrm>
          <a:prstGeom prst="rect">
            <a:avLst/>
          </a:prstGeom>
          <a:solidFill>
            <a:srgbClr val="CC2222"/>
          </a:solidFill>
          <a:ln>
            <a:solidFill>
              <a:srgbClr val="CC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PDF 페이지 코멘트 패널</a:t>
            </a:r>
          </a:p>
        </p:txBody>
      </p:sp>
      <p:sp>
        <p:nvSpPr>
          <p:cNvPr id="6" name="Rectangle 5"/>
          <p:cNvSpPr/>
          <p:nvPr/>
        </p:nvSpPr>
        <p:spPr>
          <a:xfrm>
            <a:off x="3620291" y="2378215"/>
            <a:ext cx="415024" cy="102159"/>
          </a:xfrm>
          <a:prstGeom prst="rect">
            <a:avLst/>
          </a:prstGeom>
          <a:noFill/>
          <a:ln w="31750">
            <a:solidFill>
              <a:srgbClr val="2288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1515" y="2378215"/>
            <a:ext cx="2194560" cy="533400"/>
          </a:xfrm>
          <a:prstGeom prst="rect">
            <a:avLst/>
          </a:prstGeom>
          <a:solidFill>
            <a:srgbClr val="228822"/>
          </a:solidFill>
          <a:ln>
            <a:solidFill>
              <a:srgbClr val="2288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Page 번호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(클릭→해당 페이지로 이동)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20291" y="2486760"/>
            <a:ext cx="1251458" cy="319249"/>
          </a:xfrm>
          <a:prstGeom prst="rect">
            <a:avLst/>
          </a:prstGeom>
          <a:noFill/>
          <a:ln w="31750">
            <a:solidFill>
              <a:srgbClr val="B354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947949" y="2486760"/>
            <a:ext cx="1280160" cy="266700"/>
          </a:xfrm>
          <a:prstGeom prst="rect">
            <a:avLst/>
          </a:prstGeom>
          <a:solidFill>
            <a:srgbClr val="B3541E"/>
          </a:solidFill>
          <a:ln>
            <a:solidFill>
              <a:srgbClr val="B354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코멘트 본문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20291" y="2825165"/>
            <a:ext cx="1251458" cy="89389"/>
          </a:xfrm>
          <a:prstGeom prst="rect">
            <a:avLst/>
          </a:prstGeom>
          <a:noFill/>
          <a:ln w="19050">
            <a:solidFill>
              <a:srgbClr val="736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947949" y="2825165"/>
            <a:ext cx="1005840" cy="266700"/>
          </a:xfrm>
          <a:prstGeom prst="rect">
            <a:avLst/>
          </a:prstGeom>
          <a:solidFill>
            <a:srgbClr val="736B5F"/>
          </a:solidFill>
          <a:ln>
            <a:solidFill>
              <a:srgbClr val="736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작성 일시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88366" y="4083008"/>
            <a:ext cx="1372773" cy="223474"/>
          </a:xfrm>
          <a:prstGeom prst="rect">
            <a:avLst/>
          </a:prstGeom>
          <a:noFill/>
          <a:ln w="31750">
            <a:solidFill>
              <a:srgbClr val="22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14046" y="4369982"/>
            <a:ext cx="2286000" cy="533400"/>
          </a:xfrm>
          <a:prstGeom prst="rect">
            <a:avLst/>
          </a:prstGeom>
          <a:solidFill>
            <a:srgbClr val="2255AA"/>
          </a:solidFill>
          <a:ln>
            <a:solidFill>
              <a:srgbClr val="22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코멘트 입력란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(페이지 번호 + 텍스트)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" y="4983480"/>
            <a:ext cx="5303520" cy="1737360"/>
          </a:xfrm>
          <a:prstGeom prst="rect">
            <a:avLst/>
          </a:prstGeom>
          <a:solidFill>
            <a:srgbClr val="FFF8EE"/>
          </a:solidFill>
          <a:ln w="12700">
            <a:solidFill>
              <a:srgbClr val="B354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8600" y="5074920"/>
            <a:ext cx="50292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1D1A"/>
                </a:solidFill>
                <a:latin typeface="맑은 고딕"/>
              </a:rPr>
              <a:t>💡  코멘트 사용 팁</a:t>
            </a:r>
          </a:p>
          <a:p>
            <a:pPr algn="l"/>
            <a:r>
              <a:rPr sz="1100" b="0" i="0">
                <a:solidFill>
                  <a:srgbClr val="1F1D1A"/>
                </a:solidFill>
                <a:latin typeface="맑은 고딕"/>
              </a:rPr>
              <a:t/>
            </a:r>
          </a:p>
          <a:p>
            <a:pPr algn="l"/>
            <a:r>
              <a:rPr sz="1100" b="0" i="0">
                <a:solidFill>
                  <a:srgbClr val="1F1D1A"/>
                </a:solidFill>
                <a:latin typeface="맑은 고딕"/>
              </a:rPr>
              <a:t>• 현재 뷰어에 열린 페이지 번호가 입력란에 자동 반영됩니다.</a:t>
            </a:r>
          </a:p>
          <a:p>
            <a:pPr algn="l"/>
            <a:r>
              <a:rPr sz="1100" b="0" i="0">
                <a:solidFill>
                  <a:srgbClr val="1F1D1A"/>
                </a:solidFill>
                <a:latin typeface="맑은 고딕"/>
              </a:rPr>
              <a:t>• 저장된 코멘트의 'Page N' 링크를 클릭하면 뷰어가 해당 페이지로 이동합니다.</a:t>
            </a:r>
          </a:p>
          <a:p>
            <a:pPr algn="l"/>
            <a:r>
              <a:rPr sz="1100" b="0" i="0">
                <a:solidFill>
                  <a:srgbClr val="1F1D1A"/>
                </a:solidFill>
                <a:latin typeface="맑은 고딕"/>
              </a:rPr>
              <a:t>• 여러 PDF의 코멘트가 하나의 패널에 통합 표시됩니다.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36576"/>
            <a:ext cx="10058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F1D1A"/>
                </a:solidFill>
                <a:latin typeface="맑은 고딕"/>
              </a:rPr>
              <a:t>⑧ 검색 기능  —  노트 / PDF / 태그 / 코멘트 통합 검색</a:t>
            </a:r>
          </a:p>
        </p:txBody>
      </p:sp>
      <p:pic>
        <p:nvPicPr>
          <p:cNvPr id="3" name="Picture 2" descr="20260424_1633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5488"/>
            <a:ext cx="12188952" cy="77705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978797" y="488257"/>
            <a:ext cx="1711178" cy="166009"/>
          </a:xfrm>
          <a:prstGeom prst="rect">
            <a:avLst/>
          </a:prstGeom>
          <a:noFill/>
          <a:ln w="31750">
            <a:solidFill>
              <a:srgbClr val="2288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07197" y="730466"/>
            <a:ext cx="2286000" cy="266700"/>
          </a:xfrm>
          <a:prstGeom prst="rect">
            <a:avLst/>
          </a:prstGeom>
          <a:solidFill>
            <a:srgbClr val="228822"/>
          </a:solidFill>
          <a:ln>
            <a:solidFill>
              <a:srgbClr val="2288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키워드 입력 후 Enter 키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" y="914400"/>
            <a:ext cx="5303520" cy="5760720"/>
          </a:xfrm>
          <a:prstGeom prst="rect">
            <a:avLst/>
          </a:prstGeom>
          <a:solidFill>
            <a:srgbClr val="FFFFFF"/>
          </a:solidFill>
          <a:ln w="12700">
            <a:solidFill>
              <a:srgbClr val="736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" y="10058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1D1A"/>
                </a:solidFill>
                <a:latin typeface="맑은 고딕"/>
              </a:rPr>
              <a:t>검색 기능 안내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399032"/>
            <a:ext cx="5029200" cy="12700"/>
          </a:xfrm>
          <a:prstGeom prst="rect">
            <a:avLst/>
          </a:prstGeom>
          <a:solidFill>
            <a:srgbClr val="736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" y="1481328"/>
            <a:ext cx="50292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1D1A"/>
                </a:solidFill>
                <a:latin typeface="맑은 고딕"/>
              </a:rPr>
              <a:t>검색 범위 (가중치 순)</a:t>
            </a:r>
          </a:p>
          <a:p>
            <a:pPr algn="l"/>
            <a:r>
              <a:rPr sz="1200" b="0" i="0">
                <a:solidFill>
                  <a:srgbClr val="1F1D1A"/>
                </a:solidFill>
                <a:latin typeface="맑은 고딕"/>
              </a:rPr>
              <a:t>  1위  Leaf page 제목</a:t>
            </a:r>
          </a:p>
          <a:p>
            <a:pPr algn="l"/>
            <a:r>
              <a:rPr sz="1200" b="0" i="0">
                <a:solidFill>
                  <a:srgbClr val="1F1D1A"/>
                </a:solidFill>
                <a:latin typeface="맑은 고딕"/>
              </a:rPr>
              <a:t>  2위  태그</a:t>
            </a:r>
          </a:p>
          <a:p>
            <a:pPr algn="l"/>
            <a:r>
              <a:rPr sz="1200" b="0" i="0">
                <a:solidFill>
                  <a:srgbClr val="1F1D1A"/>
                </a:solidFill>
                <a:latin typeface="맑은 고딕"/>
              </a:rPr>
              <a:t>  3위  PDF 페이지 코멘트</a:t>
            </a:r>
          </a:p>
          <a:p>
            <a:pPr algn="l"/>
            <a:r>
              <a:rPr sz="1200" b="0" i="0">
                <a:solidFill>
                  <a:srgbClr val="1F1D1A"/>
                </a:solidFill>
                <a:latin typeface="맑은 고딕"/>
              </a:rPr>
              <a:t>  4위  메모 본문</a:t>
            </a:r>
          </a:p>
          <a:p>
            <a:pPr algn="l"/>
            <a:r>
              <a:rPr sz="1200" b="0" i="0">
                <a:solidFill>
                  <a:srgbClr val="1F1D1A"/>
                </a:solidFill>
                <a:latin typeface="맑은 고딕"/>
              </a:rPr>
              <a:t>  5위  PDF 파일명</a:t>
            </a:r>
          </a:p>
          <a:p>
            <a:pPr algn="l"/>
            <a:r>
              <a:rPr sz="1200" b="0" i="0">
                <a:solidFill>
                  <a:srgbClr val="1F1D1A"/>
                </a:solidFill>
                <a:latin typeface="맑은 고딕"/>
              </a:rPr>
              <a:t/>
            </a:r>
          </a:p>
          <a:p>
            <a:pPr algn="l"/>
            <a:r>
              <a:rPr sz="1200" b="0" i="0">
                <a:solidFill>
                  <a:srgbClr val="1F1D1A"/>
                </a:solidFill>
                <a:latin typeface="맑은 고딕"/>
              </a:rPr>
              <a:t>검색 방법</a:t>
            </a:r>
          </a:p>
          <a:p>
            <a:pPr algn="l"/>
            <a:r>
              <a:rPr sz="1200" b="0" i="0">
                <a:solidFill>
                  <a:srgbClr val="1F1D1A"/>
                </a:solidFill>
                <a:latin typeface="맑은 고딕"/>
              </a:rPr>
              <a:t>  우측 상단 검색창에 키워드 입력 후</a:t>
            </a:r>
          </a:p>
          <a:p>
            <a:pPr algn="l"/>
            <a:r>
              <a:rPr sz="1200" b="0" i="0">
                <a:solidFill>
                  <a:srgbClr val="1F1D1A"/>
                </a:solidFill>
                <a:latin typeface="맑은 고딕"/>
              </a:rPr>
              <a:t>  Enter 키를 누르면 검색 결과 화면으로 이동</a:t>
            </a:r>
          </a:p>
          <a:p>
            <a:pPr algn="l"/>
            <a:r>
              <a:rPr sz="1200" b="0" i="0">
                <a:solidFill>
                  <a:srgbClr val="1F1D1A"/>
                </a:solidFill>
                <a:latin typeface="맑은 고딕"/>
              </a:rPr>
              <a:t/>
            </a:r>
          </a:p>
          <a:p>
            <a:pPr algn="l"/>
            <a:r>
              <a:rPr sz="1200" b="0" i="0">
                <a:solidFill>
                  <a:srgbClr val="1F1D1A"/>
                </a:solidFill>
                <a:latin typeface="맑은 고딕"/>
              </a:rPr>
              <a:t>검색 결과 화면 구성</a:t>
            </a:r>
          </a:p>
          <a:p>
            <a:pPr algn="l"/>
            <a:r>
              <a:rPr sz="1200" b="0" i="0">
                <a:solidFill>
                  <a:srgbClr val="1F1D1A"/>
                </a:solidFill>
                <a:latin typeface="맑은 고딕"/>
              </a:rPr>
              <a:t>  ─────────────────────</a:t>
            </a:r>
          </a:p>
          <a:p>
            <a:pPr algn="l"/>
            <a:r>
              <a:rPr sz="1200" b="0" i="0">
                <a:solidFill>
                  <a:srgbClr val="1F1D1A"/>
                </a:solidFill>
                <a:latin typeface="맑은 고딕"/>
              </a:rPr>
              <a:t>  Notebooks  (제목 일치)</a:t>
            </a:r>
          </a:p>
          <a:p>
            <a:pPr algn="l"/>
            <a:r>
              <a:rPr sz="1200" b="0" i="0">
                <a:solidFill>
                  <a:srgbClr val="1F1D1A"/>
                </a:solidFill>
                <a:latin typeface="맑은 고딕"/>
              </a:rPr>
              <a:t>  ─────────────────────</a:t>
            </a:r>
          </a:p>
          <a:p>
            <a:pPr algn="l"/>
            <a:r>
              <a:rPr sz="1200" b="0" i="0">
                <a:solidFill>
                  <a:srgbClr val="1F1D1A"/>
                </a:solidFill>
                <a:latin typeface="맑은 고딕"/>
              </a:rPr>
              <a:t>  Chapters   (제목 일치)</a:t>
            </a:r>
          </a:p>
          <a:p>
            <a:pPr algn="l"/>
            <a:r>
              <a:rPr sz="1200" b="0" i="0">
                <a:solidFill>
                  <a:srgbClr val="1F1D1A"/>
                </a:solidFill>
                <a:latin typeface="맑은 고딕"/>
              </a:rPr>
              <a:t>  ─────────────────────</a:t>
            </a:r>
          </a:p>
          <a:p>
            <a:pPr algn="l"/>
            <a:r>
              <a:rPr sz="1200" b="0" i="0">
                <a:solidFill>
                  <a:srgbClr val="1F1D1A"/>
                </a:solidFill>
                <a:latin typeface="맑은 고딕"/>
              </a:rPr>
              <a:t>  Leaf pages (관련도 점수 순 정렬)</a:t>
            </a:r>
          </a:p>
          <a:p>
            <a:pPr algn="l"/>
            <a:r>
              <a:rPr sz="1200" b="0" i="0">
                <a:solidFill>
                  <a:srgbClr val="1F1D1A"/>
                </a:solidFill>
                <a:latin typeface="맑은 고딕"/>
              </a:rPr>
              <a:t>  ─────────────────────</a:t>
            </a:r>
          </a:p>
          <a:p>
            <a:pPr algn="l"/>
            <a:r>
              <a:rPr sz="1200" b="0" i="0">
                <a:solidFill>
                  <a:srgbClr val="1F1D1A"/>
                </a:solidFill>
                <a:latin typeface="맑은 고딕"/>
              </a:rPr>
              <a:t/>
            </a:r>
          </a:p>
          <a:p>
            <a:pPr algn="l"/>
            <a:r>
              <a:rPr sz="1200" b="0" i="0">
                <a:solidFill>
                  <a:srgbClr val="1F1D1A"/>
                </a:solidFill>
                <a:latin typeface="맑은 고딕"/>
              </a:rPr>
              <a:t>각 항목 클릭 → 해당 위치로 바로 이동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36576"/>
            <a:ext cx="10058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F1D1A"/>
                </a:solidFill>
                <a:latin typeface="맑은 고딕"/>
              </a:rPr>
              <a:t>⑨ 기타 기능  —  사이드바 토글 / 언어 설정 / 데이터 저장</a:t>
            </a:r>
          </a:p>
        </p:txBody>
      </p:sp>
      <p:pic>
        <p:nvPicPr>
          <p:cNvPr id="3" name="Picture 2" descr="20260424_1633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5488"/>
            <a:ext cx="12188952" cy="77705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321693" y="2978405"/>
            <a:ext cx="128016" cy="351174"/>
          </a:xfrm>
          <a:prstGeom prst="rect">
            <a:avLst/>
          </a:prstGeom>
          <a:noFill/>
          <a:ln w="31750">
            <a:solidFill>
              <a:srgbClr val="22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-49907" y="2978405"/>
            <a:ext cx="1463040" cy="266700"/>
          </a:xfrm>
          <a:prstGeom prst="rect">
            <a:avLst/>
          </a:prstGeom>
          <a:solidFill>
            <a:srgbClr val="2255AA"/>
          </a:solidFill>
          <a:ln>
            <a:solidFill>
              <a:srgbClr val="22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◀ 사이드바 접기</a:t>
            </a:r>
          </a:p>
        </p:txBody>
      </p:sp>
      <p:sp>
        <p:nvSpPr>
          <p:cNvPr id="6" name="Rectangle 5"/>
          <p:cNvSpPr/>
          <p:nvPr/>
        </p:nvSpPr>
        <p:spPr>
          <a:xfrm>
            <a:off x="8377111" y="488257"/>
            <a:ext cx="332019" cy="166009"/>
          </a:xfrm>
          <a:prstGeom prst="rect">
            <a:avLst/>
          </a:prstGeom>
          <a:noFill/>
          <a:ln w="31750">
            <a:solidFill>
              <a:srgbClr val="2288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45591" y="730466"/>
            <a:ext cx="1737360" cy="266700"/>
          </a:xfrm>
          <a:prstGeom prst="rect">
            <a:avLst/>
          </a:prstGeom>
          <a:solidFill>
            <a:srgbClr val="228822"/>
          </a:solidFill>
          <a:ln>
            <a:solidFill>
              <a:srgbClr val="2288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언어 설정 KO/EN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0" y="530352"/>
            <a:ext cx="51206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736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95160" y="62179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1D1A"/>
                </a:solidFill>
                <a:latin typeface="맑은 고딕"/>
              </a:rPr>
              <a:t>사이드바 접기 / 펼치기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60" y="978408"/>
            <a:ext cx="48463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1D1A"/>
                </a:solidFill>
                <a:latin typeface="맑은 고딕"/>
              </a:rPr>
              <a:t>• 사이드바 우측 끝 ◀ 버튼 클릭 → 사이드바 닫힘</a:t>
            </a:r>
          </a:p>
          <a:p>
            <a:pPr algn="l"/>
            <a:r>
              <a:rPr sz="1200" b="0" i="0">
                <a:solidFill>
                  <a:srgbClr val="1F1D1A"/>
                </a:solidFill>
                <a:latin typeface="맑은 고딕"/>
              </a:rPr>
              <a:t>• 닫힌 상태에서 화면 좌상단 ▶ 버튼 클릭 → 다시 열림</a:t>
            </a:r>
          </a:p>
          <a:p>
            <a:pPr algn="l"/>
            <a:r>
              <a:rPr sz="1200" b="0" i="0">
                <a:solidFill>
                  <a:srgbClr val="1F1D1A"/>
                </a:solidFill>
                <a:latin typeface="맑은 고딕"/>
              </a:rPr>
              <a:t>  (▶ 버튼은 사이드바가 닫힌 상태에서만 표시됨)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0" y="2606040"/>
            <a:ext cx="51206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736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95160" y="269748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1D1A"/>
                </a:solidFill>
                <a:latin typeface="맑은 고딕"/>
              </a:rPr>
              <a:t>언어 설정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3054096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1D1A"/>
                </a:solidFill>
                <a:latin typeface="맑은 고딕"/>
              </a:rPr>
              <a:t>• 우측 상단 KO / EN 드롭다운으로 인터페이스 언어 전환</a:t>
            </a:r>
          </a:p>
          <a:p>
            <a:pPr algn="l"/>
            <a:r>
              <a:rPr sz="1200" b="0" i="0">
                <a:solidFill>
                  <a:srgbClr val="1F1D1A"/>
                </a:solidFill>
                <a:latin typeface="맑은 고딕"/>
              </a:rPr>
              <a:t>• 전환 즉시 메뉴·버튼 텍스트가 변경됨</a:t>
            </a:r>
          </a:p>
          <a:p>
            <a:pPr algn="l"/>
            <a:r>
              <a:rPr sz="1200" b="0" i="0">
                <a:solidFill>
                  <a:srgbClr val="1F1D1A"/>
                </a:solidFill>
                <a:latin typeface="맑은 고딕"/>
              </a:rPr>
              <a:t>• 설정은 자동으로 저장됨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0" y="4389120"/>
            <a:ext cx="51206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736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95160" y="448056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1D1A"/>
                </a:solidFill>
                <a:latin typeface="맑은 고딕"/>
              </a:rPr>
              <a:t>데이터 저장 &amp; 백업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60" y="4837176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1D1A"/>
                </a:solidFill>
                <a:latin typeface="맑은 고딕"/>
              </a:rPr>
              <a:t>• 모든 데이터는 로컬 JSON 파일에 자동 저장됩니다.</a:t>
            </a:r>
          </a:p>
          <a:p>
            <a:pPr algn="l"/>
            <a:r>
              <a:rPr sz="1200" b="0" i="0">
                <a:solidFill>
                  <a:srgbClr val="1F1D1A"/>
                </a:solidFill>
                <a:latin typeface="맑은 고딕"/>
              </a:rPr>
              <a:t/>
            </a:r>
          </a:p>
          <a:p>
            <a:pPr algn="l"/>
            <a:r>
              <a:rPr sz="1200" b="0" i="0">
                <a:solidFill>
                  <a:srgbClr val="1F1D1A"/>
                </a:solidFill>
                <a:latin typeface="맑은 고딕"/>
              </a:rPr>
              <a:t>저장 위치</a:t>
            </a:r>
          </a:p>
          <a:p>
            <a:pPr algn="l"/>
            <a:r>
              <a:rPr sz="1200" b="0" i="0">
                <a:solidFill>
                  <a:srgbClr val="1F1D1A"/>
                </a:solidFill>
                <a:latin typeface="맑은 고딕"/>
              </a:rPr>
              <a:t>  OrganizerData / data / app_data.json</a:t>
            </a:r>
          </a:p>
          <a:p>
            <a:pPr algn="l"/>
            <a:r>
              <a:rPr sz="1200" b="0" i="0">
                <a:solidFill>
                  <a:srgbClr val="1F1D1A"/>
                </a:solidFill>
                <a:latin typeface="맑은 고딕"/>
              </a:rPr>
              <a:t>  (앱이 설치된 폴더 또는 시스템 사용자 데이터 폴더)</a:t>
            </a:r>
          </a:p>
          <a:p>
            <a:pPr algn="l"/>
            <a:r>
              <a:rPr sz="1200" b="0" i="0">
                <a:solidFill>
                  <a:srgbClr val="1F1D1A"/>
                </a:solidFill>
                <a:latin typeface="맑은 고딕"/>
              </a:rPr>
              <a:t/>
            </a:r>
          </a:p>
          <a:p>
            <a:pPr algn="l"/>
            <a:r>
              <a:rPr sz="1200" b="0" i="0">
                <a:solidFill>
                  <a:srgbClr val="1F1D1A"/>
                </a:solidFill>
                <a:latin typeface="맑은 고딕"/>
              </a:rPr>
              <a:t>자동 백업</a:t>
            </a:r>
          </a:p>
          <a:p>
            <a:pPr algn="l"/>
            <a:r>
              <a:rPr sz="1200" b="0" i="0">
                <a:solidFill>
                  <a:srgbClr val="1F1D1A"/>
                </a:solidFill>
                <a:latin typeface="맑은 고딕"/>
              </a:rPr>
              <a:t>  데이터 저장마다 타임스탬프 백업 파일 자동 생성</a:t>
            </a:r>
          </a:p>
          <a:p>
            <a:pPr algn="l"/>
            <a:r>
              <a:rPr sz="1200" b="0" i="0">
                <a:solidFill>
                  <a:srgbClr val="1F1D1A"/>
                </a:solidFill>
                <a:latin typeface="맑은 고딕"/>
              </a:rPr>
              <a:t>  경로: OrganizerData / data / backups 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