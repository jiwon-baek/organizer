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2170" y="226"/>
      </p:cViewPr>
      <p:guideLst>
        <p:guide orient="horz" pos="2160"/>
        <p:guide pos="216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484" y="2130426"/>
            <a:ext cx="5830818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968" y="3886200"/>
            <a:ext cx="480185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9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76" y="4406901"/>
            <a:ext cx="5830818" cy="1362075"/>
          </a:xfrm>
        </p:spPr>
        <p:txBody>
          <a:bodyPr anchor="t"/>
          <a:lstStyle>
            <a:lvl1pPr algn="l">
              <a:defRPr sz="300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876" y="2906713"/>
            <a:ext cx="5830818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9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9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974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96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957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949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94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93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89" y="1600201"/>
            <a:ext cx="3029739" cy="4525963"/>
          </a:xfrm>
        </p:spPr>
        <p:txBody>
          <a:bodyPr/>
          <a:lstStyle>
            <a:lvl1pPr>
              <a:defRPr sz="2101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7058" y="1600201"/>
            <a:ext cx="3029739" cy="4525963"/>
          </a:xfrm>
        </p:spPr>
        <p:txBody>
          <a:bodyPr/>
          <a:lstStyle>
            <a:lvl1pPr>
              <a:defRPr sz="2101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89" y="1535113"/>
            <a:ext cx="3030930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91" indent="0">
              <a:buNone/>
              <a:defRPr sz="1500" b="1"/>
            </a:lvl2pPr>
            <a:lvl3pPr marL="685983" indent="0">
              <a:buNone/>
              <a:defRPr sz="1350" b="1"/>
            </a:lvl3pPr>
            <a:lvl4pPr marL="1028974" indent="0">
              <a:buNone/>
              <a:defRPr sz="1200" b="1"/>
            </a:lvl4pPr>
            <a:lvl5pPr marL="1371966" indent="0">
              <a:buNone/>
              <a:defRPr sz="1200" b="1"/>
            </a:lvl5pPr>
            <a:lvl6pPr marL="1714957" indent="0">
              <a:buNone/>
              <a:defRPr sz="1200" b="1"/>
            </a:lvl6pPr>
            <a:lvl7pPr marL="2057949" indent="0">
              <a:buNone/>
              <a:defRPr sz="1200" b="1"/>
            </a:lvl7pPr>
            <a:lvl8pPr marL="2400940" indent="0">
              <a:buNone/>
              <a:defRPr sz="1200" b="1"/>
            </a:lvl8pPr>
            <a:lvl9pPr marL="27439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89" y="2174875"/>
            <a:ext cx="3030930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677" y="1535113"/>
            <a:ext cx="3032121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91" indent="0">
              <a:buNone/>
              <a:defRPr sz="1500" b="1"/>
            </a:lvl2pPr>
            <a:lvl3pPr marL="685983" indent="0">
              <a:buNone/>
              <a:defRPr sz="1350" b="1"/>
            </a:lvl3pPr>
            <a:lvl4pPr marL="1028974" indent="0">
              <a:buNone/>
              <a:defRPr sz="1200" b="1"/>
            </a:lvl4pPr>
            <a:lvl5pPr marL="1371966" indent="0">
              <a:buNone/>
              <a:defRPr sz="1200" b="1"/>
            </a:lvl5pPr>
            <a:lvl6pPr marL="1714957" indent="0">
              <a:buNone/>
              <a:defRPr sz="1200" b="1"/>
            </a:lvl6pPr>
            <a:lvl7pPr marL="2057949" indent="0">
              <a:buNone/>
              <a:defRPr sz="1200" b="1"/>
            </a:lvl7pPr>
            <a:lvl8pPr marL="2400940" indent="0">
              <a:buNone/>
              <a:defRPr sz="1200" b="1"/>
            </a:lvl8pPr>
            <a:lvl9pPr marL="27439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677" y="2174875"/>
            <a:ext cx="3032121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90" y="273050"/>
            <a:ext cx="2256822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986" y="273051"/>
            <a:ext cx="3834811" cy="5853113"/>
          </a:xfrm>
        </p:spPr>
        <p:txBody>
          <a:bodyPr/>
          <a:lstStyle>
            <a:lvl1pPr>
              <a:defRPr sz="2401"/>
            </a:lvl1pPr>
            <a:lvl2pPr>
              <a:defRPr sz="2101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90" y="1435101"/>
            <a:ext cx="2256822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91" indent="0">
              <a:buNone/>
              <a:defRPr sz="900"/>
            </a:lvl2pPr>
            <a:lvl3pPr marL="685983" indent="0">
              <a:buNone/>
              <a:defRPr sz="750"/>
            </a:lvl3pPr>
            <a:lvl4pPr marL="1028974" indent="0">
              <a:buNone/>
              <a:defRPr sz="675"/>
            </a:lvl4pPr>
            <a:lvl5pPr marL="1371966" indent="0">
              <a:buNone/>
              <a:defRPr sz="675"/>
            </a:lvl5pPr>
            <a:lvl6pPr marL="1714957" indent="0">
              <a:buNone/>
              <a:defRPr sz="675"/>
            </a:lvl6pPr>
            <a:lvl7pPr marL="2057949" indent="0">
              <a:buNone/>
              <a:defRPr sz="675"/>
            </a:lvl7pPr>
            <a:lvl8pPr marL="2400940" indent="0">
              <a:buNone/>
              <a:defRPr sz="675"/>
            </a:lvl8pPr>
            <a:lvl9pPr marL="27439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566" y="4800600"/>
            <a:ext cx="4115872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566" y="612775"/>
            <a:ext cx="4115872" cy="4114800"/>
          </a:xfrm>
        </p:spPr>
        <p:txBody>
          <a:bodyPr/>
          <a:lstStyle>
            <a:lvl1pPr marL="0" indent="0">
              <a:buNone/>
              <a:defRPr sz="2401"/>
            </a:lvl1pPr>
            <a:lvl2pPr marL="342991" indent="0">
              <a:buNone/>
              <a:defRPr sz="2101"/>
            </a:lvl2pPr>
            <a:lvl3pPr marL="685983" indent="0">
              <a:buNone/>
              <a:defRPr sz="1800"/>
            </a:lvl3pPr>
            <a:lvl4pPr marL="1028974" indent="0">
              <a:buNone/>
              <a:defRPr sz="1500"/>
            </a:lvl4pPr>
            <a:lvl5pPr marL="1371966" indent="0">
              <a:buNone/>
              <a:defRPr sz="1500"/>
            </a:lvl5pPr>
            <a:lvl6pPr marL="1714957" indent="0">
              <a:buNone/>
              <a:defRPr sz="1500"/>
            </a:lvl6pPr>
            <a:lvl7pPr marL="2057949" indent="0">
              <a:buNone/>
              <a:defRPr sz="1500"/>
            </a:lvl7pPr>
            <a:lvl8pPr marL="2400940" indent="0">
              <a:buNone/>
              <a:defRPr sz="1500"/>
            </a:lvl8pPr>
            <a:lvl9pPr marL="274393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566" y="5367338"/>
            <a:ext cx="4115872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91" indent="0">
              <a:buNone/>
              <a:defRPr sz="900"/>
            </a:lvl2pPr>
            <a:lvl3pPr marL="685983" indent="0">
              <a:buNone/>
              <a:defRPr sz="750"/>
            </a:lvl3pPr>
            <a:lvl4pPr marL="1028974" indent="0">
              <a:buNone/>
              <a:defRPr sz="675"/>
            </a:lvl4pPr>
            <a:lvl5pPr marL="1371966" indent="0">
              <a:buNone/>
              <a:defRPr sz="675"/>
            </a:lvl5pPr>
            <a:lvl6pPr marL="1714957" indent="0">
              <a:buNone/>
              <a:defRPr sz="675"/>
            </a:lvl6pPr>
            <a:lvl7pPr marL="2057949" indent="0">
              <a:buNone/>
              <a:defRPr sz="675"/>
            </a:lvl7pPr>
            <a:lvl8pPr marL="2400940" indent="0">
              <a:buNone/>
              <a:defRPr sz="675"/>
            </a:lvl8pPr>
            <a:lvl9pPr marL="27439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3345" y="274639"/>
            <a:ext cx="1543452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89" y="274639"/>
            <a:ext cx="4516026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89" y="274638"/>
            <a:ext cx="617380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89" y="1600201"/>
            <a:ext cx="617380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89" y="6356351"/>
            <a:ext cx="1600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760" y="6356351"/>
            <a:ext cx="21722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6180" y="6356351"/>
            <a:ext cx="1600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91" rtl="0" eaLnBrk="1" latinLnBrk="0" hangingPunct="1"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44" indent="-257244" algn="l" defTabSz="342991" rtl="0" eaLnBrk="1" latinLnBrk="0" hangingPunct="1">
        <a:spcBef>
          <a:spcPct val="20000"/>
        </a:spcBef>
        <a:buFont typeface="Arial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1pPr>
      <a:lvl2pPr marL="557361" indent="-214370" algn="l" defTabSz="342991" rtl="0" eaLnBrk="1" latinLnBrk="0" hangingPunct="1">
        <a:spcBef>
          <a:spcPct val="20000"/>
        </a:spcBef>
        <a:buFont typeface="Arial"/>
        <a:buChar char="–"/>
        <a:defRPr sz="2101" kern="1200">
          <a:solidFill>
            <a:schemeClr val="tx1"/>
          </a:solidFill>
          <a:latin typeface="+mn-lt"/>
          <a:ea typeface="+mn-ea"/>
          <a:cs typeface="+mn-cs"/>
        </a:defRPr>
      </a:lvl2pPr>
      <a:lvl3pPr marL="857479" indent="-171496" algn="l" defTabSz="342991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470" indent="-171496" algn="l" defTabSz="342991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461" indent="-171496" algn="l" defTabSz="342991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453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44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2436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5427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91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983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974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966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957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949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40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932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2434331"/>
            <a:ext cx="9144095" cy="1920740"/>
          </a:xfrm>
          <a:prstGeom prst="rect">
            <a:avLst/>
          </a:prstGeom>
          <a:solidFill>
            <a:srgbClr val="E8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685979" y="2537228"/>
            <a:ext cx="7772138" cy="738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1" b="1" dirty="0">
                <a:solidFill>
                  <a:srgbClr val="1F1D1A"/>
                </a:solidFill>
                <a:latin typeface="프리젠테이션 5 Medium" pitchFamily="2" charset="-127"/>
              </a:rPr>
              <a:t>Organizer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979" y="3360402"/>
            <a:ext cx="7772138" cy="438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51" dirty="0" err="1">
                <a:solidFill>
                  <a:srgbClr val="B3541E"/>
                </a:solidFill>
                <a:latin typeface="프리젠테이션 5 Medium" pitchFamily="2" charset="-127"/>
              </a:rPr>
              <a:t>사용</a:t>
            </a:r>
            <a:r>
              <a:rPr sz="2251" dirty="0">
                <a:solidFill>
                  <a:srgbClr val="B3541E"/>
                </a:solidFill>
                <a:latin typeface="프리젠테이션 5 Medium" pitchFamily="2" charset="-127"/>
              </a:rPr>
              <a:t> </a:t>
            </a:r>
            <a:r>
              <a:rPr sz="2251" dirty="0" err="1">
                <a:solidFill>
                  <a:srgbClr val="B3541E"/>
                </a:solidFill>
                <a:latin typeface="프리젠테이션 5 Medium" pitchFamily="2" charset="-127"/>
              </a:rPr>
              <a:t>설명서</a:t>
            </a:r>
            <a:endParaRPr sz="2251" dirty="0">
              <a:solidFill>
                <a:srgbClr val="B3541E"/>
              </a:solidFill>
              <a:latin typeface="프리젠테이션 5 Medium" pitchFamily="2" charset="-127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86904" y="4012082"/>
            <a:ext cx="2970288" cy="19055"/>
          </a:xfrm>
          <a:prstGeom prst="rect">
            <a:avLst/>
          </a:prstGeom>
          <a:solidFill>
            <a:srgbClr val="B35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TextBox 5"/>
          <p:cNvSpPr txBox="1"/>
          <p:nvPr/>
        </p:nvSpPr>
        <p:spPr>
          <a:xfrm>
            <a:off x="685979" y="4149278"/>
            <a:ext cx="7772138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dirty="0">
                <a:solidFill>
                  <a:srgbClr val="736B5F"/>
                </a:solidFill>
                <a:latin typeface="프리젠테이션 5 Medium" pitchFamily="2" charset="-127"/>
              </a:rPr>
              <a:t>PDF </a:t>
            </a:r>
            <a:r>
              <a:rPr sz="1125" dirty="0" err="1">
                <a:solidFill>
                  <a:srgbClr val="736B5F"/>
                </a:solidFill>
                <a:latin typeface="프리젠테이션 5 Medium" pitchFamily="2" charset="-127"/>
              </a:rPr>
              <a:t>기반</a:t>
            </a:r>
            <a:r>
              <a:rPr sz="1125" dirty="0">
                <a:solidFill>
                  <a:srgbClr val="736B5F"/>
                </a:solidFill>
                <a:latin typeface="프리젠테이션 5 Medium" pitchFamily="2" charset="-127"/>
              </a:rPr>
              <a:t> </a:t>
            </a:r>
            <a:r>
              <a:rPr sz="1125" dirty="0" err="1">
                <a:solidFill>
                  <a:srgbClr val="736B5F"/>
                </a:solidFill>
                <a:latin typeface="프리젠테이션 5 Medium" pitchFamily="2" charset="-127"/>
              </a:rPr>
              <a:t>연구자료</a:t>
            </a:r>
            <a:r>
              <a:rPr sz="1125" dirty="0">
                <a:solidFill>
                  <a:srgbClr val="736B5F"/>
                </a:solidFill>
                <a:latin typeface="프리젠테이션 5 Medium" pitchFamily="2" charset="-127"/>
              </a:rPr>
              <a:t> </a:t>
            </a:r>
            <a:r>
              <a:rPr sz="1125" dirty="0" err="1">
                <a:solidFill>
                  <a:srgbClr val="736B5F"/>
                </a:solidFill>
                <a:latin typeface="프리젠테이션 5 Medium" pitchFamily="2" charset="-127"/>
              </a:rPr>
              <a:t>관리</a:t>
            </a:r>
            <a:r>
              <a:rPr sz="1125" dirty="0">
                <a:solidFill>
                  <a:srgbClr val="736B5F"/>
                </a:solidFill>
                <a:latin typeface="프리젠테이션 5 Medium" pitchFamily="2" charset="-127"/>
              </a:rPr>
              <a:t> </a:t>
            </a:r>
            <a:r>
              <a:rPr sz="1125" dirty="0" err="1">
                <a:solidFill>
                  <a:srgbClr val="736B5F"/>
                </a:solidFill>
                <a:latin typeface="프리젠테이션 5 Medium" pitchFamily="2" charset="-127"/>
              </a:rPr>
              <a:t>데스크탑</a:t>
            </a:r>
            <a:r>
              <a:rPr sz="1125" dirty="0">
                <a:solidFill>
                  <a:srgbClr val="736B5F"/>
                </a:solidFill>
                <a:latin typeface="프리젠테이션 5 Medium" pitchFamily="2" charset="-127"/>
              </a:rPr>
              <a:t> 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979" y="4526566"/>
            <a:ext cx="7772138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i="1" dirty="0">
                <a:solidFill>
                  <a:srgbClr val="736B5F"/>
                </a:solidFill>
                <a:latin typeface="프리젠테이션 5 Medium" pitchFamily="2" charset="-127"/>
              </a:rPr>
              <a:t>Notebook  →  Chapter  →  Leaf page  3단계 </a:t>
            </a:r>
            <a:r>
              <a:rPr sz="975" i="1" dirty="0" err="1">
                <a:solidFill>
                  <a:srgbClr val="736B5F"/>
                </a:solidFill>
                <a:latin typeface="프리젠테이션 5 Medium" pitchFamily="2" charset="-127"/>
              </a:rPr>
              <a:t>계층</a:t>
            </a:r>
            <a:r>
              <a:rPr sz="975" i="1" dirty="0">
                <a:solidFill>
                  <a:srgbClr val="736B5F"/>
                </a:solidFill>
                <a:latin typeface="프리젠테이션 5 Medium" pitchFamily="2" charset="-127"/>
              </a:rPr>
              <a:t> </a:t>
            </a:r>
            <a:r>
              <a:rPr sz="975" i="1" dirty="0" err="1">
                <a:solidFill>
                  <a:srgbClr val="736B5F"/>
                </a:solidFill>
                <a:latin typeface="프리젠테이션 5 Medium" pitchFamily="2" charset="-127"/>
              </a:rPr>
              <a:t>구조</a:t>
            </a:r>
            <a:endParaRPr sz="975" i="1" dirty="0">
              <a:solidFill>
                <a:srgbClr val="736B5F"/>
              </a:solidFill>
              <a:latin typeface="프리젠테이션 5 Medium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979" y="4903854"/>
            <a:ext cx="77721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736B5F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736B5F"/>
                </a:solidFill>
                <a:latin typeface="프리젠테이션 5 Medium" pitchFamily="2" charset="-127"/>
              </a:rPr>
              <a:t>연구자료</a:t>
            </a:r>
            <a:r>
              <a:rPr sz="900" dirty="0">
                <a:solidFill>
                  <a:srgbClr val="736B5F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736B5F"/>
                </a:solidFill>
                <a:latin typeface="프리젠테이션 5 Medium" pitchFamily="2" charset="-127"/>
              </a:rPr>
              <a:t>분류</a:t>
            </a:r>
            <a:r>
              <a:rPr sz="900" dirty="0">
                <a:solidFill>
                  <a:srgbClr val="736B5F"/>
                </a:solidFill>
                <a:latin typeface="프리젠테이션 5 Medium" pitchFamily="2" charset="-127"/>
              </a:rPr>
              <a:t>  • PDF </a:t>
            </a:r>
            <a:r>
              <a:rPr sz="900" dirty="0" err="1">
                <a:solidFill>
                  <a:srgbClr val="736B5F"/>
                </a:solidFill>
                <a:latin typeface="프리젠테이션 5 Medium" pitchFamily="2" charset="-127"/>
              </a:rPr>
              <a:t>뷰어</a:t>
            </a:r>
            <a:r>
              <a:rPr sz="900" dirty="0">
                <a:solidFill>
                  <a:srgbClr val="736B5F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736B5F"/>
                </a:solidFill>
                <a:latin typeface="프리젠테이션 5 Medium" pitchFamily="2" charset="-127"/>
              </a:rPr>
              <a:t>내장</a:t>
            </a:r>
            <a:r>
              <a:rPr sz="900" dirty="0">
                <a:solidFill>
                  <a:srgbClr val="736B5F"/>
                </a:solidFill>
                <a:latin typeface="프리젠테이션 5 Medium" pitchFamily="2" charset="-127"/>
              </a:rPr>
              <a:t>  • </a:t>
            </a:r>
            <a:r>
              <a:rPr sz="900" dirty="0" err="1">
                <a:solidFill>
                  <a:srgbClr val="736B5F"/>
                </a:solidFill>
                <a:latin typeface="프리젠테이션 5 Medium" pitchFamily="2" charset="-127"/>
              </a:rPr>
              <a:t>페이지별</a:t>
            </a:r>
            <a:r>
              <a:rPr sz="900" dirty="0">
                <a:solidFill>
                  <a:srgbClr val="736B5F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736B5F"/>
                </a:solidFill>
                <a:latin typeface="프리젠테이션 5 Medium" pitchFamily="2" charset="-127"/>
              </a:rPr>
              <a:t>코멘트</a:t>
            </a:r>
            <a:r>
              <a:rPr sz="900" dirty="0">
                <a:solidFill>
                  <a:srgbClr val="736B5F"/>
                </a:solidFill>
                <a:latin typeface="프리젠테이션 5 Medium" pitchFamily="2" charset="-127"/>
              </a:rPr>
              <a:t>  • </a:t>
            </a:r>
            <a:r>
              <a:rPr sz="900" dirty="0" err="1">
                <a:solidFill>
                  <a:srgbClr val="736B5F"/>
                </a:solidFill>
                <a:latin typeface="프리젠테이션 5 Medium" pitchFamily="2" charset="-127"/>
              </a:rPr>
              <a:t>전체</a:t>
            </a:r>
            <a:r>
              <a:rPr sz="900" dirty="0">
                <a:solidFill>
                  <a:srgbClr val="736B5F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736B5F"/>
                </a:solidFill>
                <a:latin typeface="프리젠테이션 5 Medium" pitchFamily="2" charset="-127"/>
              </a:rPr>
              <a:t>검색</a:t>
            </a:r>
            <a:endParaRPr sz="900" dirty="0">
              <a:solidFill>
                <a:srgbClr val="736B5F"/>
              </a:solidFill>
              <a:latin typeface="프리젠테이션 5 Medium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990" y="959477"/>
            <a:ext cx="8231744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dirty="0" err="1">
                <a:solidFill>
                  <a:srgbClr val="1F1D1A"/>
                </a:solidFill>
                <a:latin typeface="프리젠테이션 7 Bold" pitchFamily="2" charset="-127"/>
                <a:ea typeface="프리젠테이션 7 Bold" pitchFamily="2" charset="-127"/>
              </a:rPr>
              <a:t>전체</a:t>
            </a:r>
            <a:r>
              <a:rPr sz="1650" dirty="0">
                <a:solidFill>
                  <a:srgbClr val="1F1D1A"/>
                </a:solidFill>
                <a:latin typeface="프리젠테이션 7 Bold" pitchFamily="2" charset="-127"/>
                <a:ea typeface="프리젠테이션 7 Bold" pitchFamily="2" charset="-127"/>
              </a:rPr>
              <a:t> </a:t>
            </a:r>
            <a:r>
              <a:rPr sz="1650" dirty="0" err="1">
                <a:solidFill>
                  <a:srgbClr val="1F1D1A"/>
                </a:solidFill>
                <a:latin typeface="프리젠테이션 7 Bold" pitchFamily="2" charset="-127"/>
                <a:ea typeface="프리젠테이션 7 Bold" pitchFamily="2" charset="-127"/>
              </a:rPr>
              <a:t>구조</a:t>
            </a:r>
            <a:r>
              <a:rPr sz="1650" dirty="0">
                <a:solidFill>
                  <a:srgbClr val="1F1D1A"/>
                </a:solidFill>
                <a:latin typeface="프리젠테이션 7 Bold" pitchFamily="2" charset="-127"/>
                <a:ea typeface="프리젠테이션 7 Bold" pitchFamily="2" charset="-127"/>
              </a:rPr>
              <a:t> </a:t>
            </a:r>
            <a:r>
              <a:rPr sz="1650" dirty="0" err="1">
                <a:solidFill>
                  <a:srgbClr val="1F1D1A"/>
                </a:solidFill>
                <a:latin typeface="프리젠테이션 7 Bold" pitchFamily="2" charset="-127"/>
                <a:ea typeface="프리젠테이션 7 Bold" pitchFamily="2" charset="-127"/>
              </a:rPr>
              <a:t>개요</a:t>
            </a:r>
            <a:endParaRPr sz="1650" dirty="0">
              <a:solidFill>
                <a:srgbClr val="1F1D1A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42990" y="1473961"/>
            <a:ext cx="2469523" cy="2881110"/>
          </a:xfrm>
          <a:prstGeom prst="rect">
            <a:avLst/>
          </a:prstGeom>
          <a:solidFill>
            <a:srgbClr val="E8D5C0"/>
          </a:solidFill>
          <a:ln w="15240">
            <a:solidFill>
              <a:srgbClr val="73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TextBox 3"/>
          <p:cNvSpPr txBox="1"/>
          <p:nvPr/>
        </p:nvSpPr>
        <p:spPr>
          <a:xfrm>
            <a:off x="466466" y="1576858"/>
            <a:ext cx="2222571" cy="288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5" b="1" dirty="0">
                <a:solidFill>
                  <a:srgbClr val="1F1D1A"/>
                </a:solidFill>
                <a:latin typeface="프리젠테이션 5 Medium" pitchFamily="2" charset="-127"/>
              </a:rPr>
              <a:t>📓  Notebook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466" y="1919847"/>
            <a:ext cx="2222571" cy="9527"/>
          </a:xfrm>
          <a:prstGeom prst="rect">
            <a:avLst/>
          </a:prstGeom>
          <a:solidFill>
            <a:srgbClr val="73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TextBox 5"/>
          <p:cNvSpPr txBox="1"/>
          <p:nvPr/>
        </p:nvSpPr>
        <p:spPr>
          <a:xfrm>
            <a:off x="466466" y="1988445"/>
            <a:ext cx="2222571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최상위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분류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단위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연구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분야별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대분류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예: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상담자료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/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연구자료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/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강의록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특징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이모지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아이콘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지정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가능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이름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변경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가능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여러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Chapter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포함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40716" y="1473961"/>
            <a:ext cx="2469523" cy="2881110"/>
          </a:xfrm>
          <a:prstGeom prst="rect">
            <a:avLst/>
          </a:prstGeom>
          <a:solidFill>
            <a:srgbClr val="D0E8D0"/>
          </a:solidFill>
          <a:ln w="15240">
            <a:solidFill>
              <a:srgbClr val="73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3464192" y="1576858"/>
            <a:ext cx="2222571" cy="288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5" b="1" dirty="0">
                <a:solidFill>
                  <a:srgbClr val="1F1D1A"/>
                </a:solidFill>
                <a:latin typeface="프리젠테이션 5 Medium" pitchFamily="2" charset="-127"/>
              </a:rPr>
              <a:t>📁  Chapter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464192" y="1919847"/>
            <a:ext cx="2222571" cy="9527"/>
          </a:xfrm>
          <a:prstGeom prst="rect">
            <a:avLst/>
          </a:prstGeom>
          <a:solidFill>
            <a:srgbClr val="73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3464192" y="1988445"/>
            <a:ext cx="2222571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Notebook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하위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분류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주제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또는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연도별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중분류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예: ADHD /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우울증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/ 2026</a:t>
            </a:r>
          </a:p>
          <a:p>
            <a:pPr algn="l"/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특징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이모지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아이콘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지정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가능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이름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변경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가능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여러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Leaf page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포함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31583" y="1473961"/>
            <a:ext cx="2469523" cy="2881110"/>
          </a:xfrm>
          <a:prstGeom prst="rect">
            <a:avLst/>
          </a:prstGeom>
          <a:solidFill>
            <a:srgbClr val="C8D8F0"/>
          </a:solidFill>
          <a:ln w="15240">
            <a:solidFill>
              <a:srgbClr val="73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TextBox 11"/>
          <p:cNvSpPr txBox="1"/>
          <p:nvPr/>
        </p:nvSpPr>
        <p:spPr>
          <a:xfrm>
            <a:off x="6455059" y="1576858"/>
            <a:ext cx="2222571" cy="288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5" b="1" dirty="0">
                <a:solidFill>
                  <a:srgbClr val="1F1D1A"/>
                </a:solidFill>
                <a:latin typeface="프리젠테이션 5 Medium" pitchFamily="2" charset="-127"/>
              </a:rPr>
              <a:t>📄  Leaf page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5059" y="1919847"/>
            <a:ext cx="2222571" cy="9527"/>
          </a:xfrm>
          <a:prstGeom prst="rect">
            <a:avLst/>
          </a:prstGeom>
          <a:solidFill>
            <a:srgbClr val="73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6455059" y="1988445"/>
            <a:ext cx="222257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실제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자료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단위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개별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주제의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자료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묶음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예: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최신논문리뷰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/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증례보고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포함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정보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메모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(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자유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텍스트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)</a:t>
            </a: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태그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PDF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파일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(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여러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개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연결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)</a:t>
            </a: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PDF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페이지별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코멘트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01690" y="2763601"/>
            <a:ext cx="342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B3541E"/>
                </a:solidFill>
                <a:latin typeface="프리젠테이션 5 Medium" pitchFamily="2" charset="-127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9417" y="2763601"/>
            <a:ext cx="342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B3541E"/>
                </a:solidFill>
                <a:latin typeface="프리젠테이션 5 Medium" pitchFamily="2" charset="-127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90" y="4526566"/>
            <a:ext cx="843753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 dirty="0">
                <a:solidFill>
                  <a:srgbClr val="736B5F"/>
                </a:solidFill>
                <a:latin typeface="프리젠테이션 5 Medium" pitchFamily="2" charset="-127"/>
              </a:rPr>
              <a:t>💡  </a:t>
            </a:r>
            <a:r>
              <a:rPr sz="900" i="1" dirty="0" err="1">
                <a:solidFill>
                  <a:srgbClr val="736B5F"/>
                </a:solidFill>
                <a:latin typeface="프리젠테이션 5 Medium" pitchFamily="2" charset="-127"/>
              </a:rPr>
              <a:t>사이드바에서</a:t>
            </a:r>
            <a:r>
              <a:rPr sz="900" i="1" dirty="0">
                <a:solidFill>
                  <a:srgbClr val="736B5F"/>
                </a:solidFill>
                <a:latin typeface="프리젠테이션 5 Medium" pitchFamily="2" charset="-127"/>
              </a:rPr>
              <a:t> Notebook과 Chapter를 </a:t>
            </a:r>
            <a:r>
              <a:rPr sz="900" i="1" dirty="0" err="1">
                <a:solidFill>
                  <a:srgbClr val="736B5F"/>
                </a:solidFill>
                <a:latin typeface="프리젠테이션 5 Medium" pitchFamily="2" charset="-127"/>
              </a:rPr>
              <a:t>탐색하고</a:t>
            </a:r>
            <a:r>
              <a:rPr sz="900" i="1" dirty="0">
                <a:solidFill>
                  <a:srgbClr val="736B5F"/>
                </a:solidFill>
                <a:latin typeface="프리젠테이션 5 Medium" pitchFamily="2" charset="-127"/>
              </a:rPr>
              <a:t>, Chapter를 </a:t>
            </a:r>
            <a:r>
              <a:rPr sz="900" i="1" dirty="0" err="1">
                <a:solidFill>
                  <a:srgbClr val="736B5F"/>
                </a:solidFill>
                <a:latin typeface="프리젠테이션 5 Medium" pitchFamily="2" charset="-127"/>
              </a:rPr>
              <a:t>클릭하면</a:t>
            </a:r>
            <a:r>
              <a:rPr sz="900" i="1" dirty="0">
                <a:solidFill>
                  <a:srgbClr val="736B5F"/>
                </a:solidFill>
                <a:latin typeface="프리젠테이션 5 Medium" pitchFamily="2" charset="-127"/>
              </a:rPr>
              <a:t> </a:t>
            </a:r>
            <a:r>
              <a:rPr sz="900" i="1" dirty="0" err="1">
                <a:solidFill>
                  <a:srgbClr val="736B5F"/>
                </a:solidFill>
                <a:latin typeface="프리젠테이션 5 Medium" pitchFamily="2" charset="-127"/>
              </a:rPr>
              <a:t>해당</a:t>
            </a:r>
            <a:r>
              <a:rPr sz="900" i="1" dirty="0">
                <a:solidFill>
                  <a:srgbClr val="736B5F"/>
                </a:solidFill>
                <a:latin typeface="프리젠테이션 5 Medium" pitchFamily="2" charset="-127"/>
              </a:rPr>
              <a:t> Leaf page </a:t>
            </a:r>
            <a:r>
              <a:rPr sz="900" i="1" dirty="0" err="1">
                <a:solidFill>
                  <a:srgbClr val="736B5F"/>
                </a:solidFill>
                <a:latin typeface="프리젠테이션 5 Medium" pitchFamily="2" charset="-127"/>
              </a:rPr>
              <a:t>목록이</a:t>
            </a:r>
            <a:r>
              <a:rPr sz="900" i="1" dirty="0">
                <a:solidFill>
                  <a:srgbClr val="736B5F"/>
                </a:solidFill>
                <a:latin typeface="프리젠테이션 5 Medium" pitchFamily="2" charset="-127"/>
              </a:rPr>
              <a:t> </a:t>
            </a:r>
            <a:r>
              <a:rPr sz="900" i="1" dirty="0" err="1">
                <a:solidFill>
                  <a:srgbClr val="736B5F"/>
                </a:solidFill>
                <a:latin typeface="프리젠테이션 5 Medium" pitchFamily="2" charset="-127"/>
              </a:rPr>
              <a:t>메인</a:t>
            </a:r>
            <a:r>
              <a:rPr sz="900" i="1" dirty="0">
                <a:solidFill>
                  <a:srgbClr val="736B5F"/>
                </a:solidFill>
                <a:latin typeface="프리젠테이션 5 Medium" pitchFamily="2" charset="-127"/>
              </a:rPr>
              <a:t> </a:t>
            </a:r>
            <a:r>
              <a:rPr sz="900" i="1" dirty="0" err="1">
                <a:solidFill>
                  <a:srgbClr val="736B5F"/>
                </a:solidFill>
                <a:latin typeface="프리젠테이션 5 Medium" pitchFamily="2" charset="-127"/>
              </a:rPr>
              <a:t>화면에</a:t>
            </a:r>
            <a:r>
              <a:rPr sz="900" i="1" dirty="0">
                <a:solidFill>
                  <a:srgbClr val="736B5F"/>
                </a:solidFill>
                <a:latin typeface="프리젠테이션 5 Medium" pitchFamily="2" charset="-127"/>
              </a:rPr>
              <a:t> </a:t>
            </a:r>
            <a:r>
              <a:rPr sz="900" i="1" dirty="0" err="1">
                <a:solidFill>
                  <a:srgbClr val="736B5F"/>
                </a:solidFill>
                <a:latin typeface="프리젠테이션 5 Medium" pitchFamily="2" charset="-127"/>
              </a:rPr>
              <a:t>표시됩니다</a:t>
            </a:r>
            <a:r>
              <a:rPr sz="900" i="1" dirty="0">
                <a:solidFill>
                  <a:srgbClr val="736B5F"/>
                </a:solidFill>
                <a:latin typeface="프리젠테이션 5 Medium" pitchFamily="2" charset="-127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96" y="305286"/>
            <a:ext cx="5487829" cy="2885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50">
                <a:solidFill>
                  <a:srgbClr val="1F1D1A"/>
                </a:solidFill>
                <a:latin typeface="프리젠테이션 7 Bold" pitchFamily="2" charset="-127"/>
                <a:ea typeface="프리젠테이션 7 Bold" pitchFamily="2" charset="-127"/>
              </a:defRPr>
            </a:lvl1pPr>
          </a:lstStyle>
          <a:p>
            <a:r>
              <a:rPr dirty="0"/>
              <a:t>① </a:t>
            </a:r>
            <a:r>
              <a:rPr dirty="0" err="1"/>
              <a:t>대시보드</a:t>
            </a:r>
            <a:r>
              <a:rPr dirty="0"/>
              <a:t>  —  앱 </a:t>
            </a:r>
            <a:r>
              <a:rPr dirty="0" err="1"/>
              <a:t>시작</a:t>
            </a:r>
            <a:r>
              <a:rPr dirty="0"/>
              <a:t> </a:t>
            </a:r>
            <a:r>
              <a:rPr dirty="0" err="1"/>
              <a:t>화면</a:t>
            </a:r>
            <a:endParaRPr dirty="0"/>
          </a:p>
        </p:txBody>
      </p:sp>
      <p:pic>
        <p:nvPicPr>
          <p:cNvPr id="3" name="Picture 2" descr="20260424_1633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34555"/>
            <a:ext cx="9144095" cy="58294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34555"/>
            <a:ext cx="1438691" cy="3678713"/>
          </a:xfrm>
          <a:prstGeom prst="rect">
            <a:avLst/>
          </a:prstGeom>
          <a:noFill/>
          <a:ln w="317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Rectangle 4"/>
          <p:cNvSpPr/>
          <p:nvPr/>
        </p:nvSpPr>
        <p:spPr>
          <a:xfrm>
            <a:off x="1438691" y="634555"/>
            <a:ext cx="891772" cy="200077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①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사이드바</a:t>
            </a:r>
            <a:endParaRPr sz="750" dirty="0">
              <a:solidFill>
                <a:srgbClr val="FFFFFF"/>
              </a:solidFill>
              <a:latin typeface="프리젠테이션 5 Medium" pitchFamily="2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029041" y="1358187"/>
            <a:ext cx="2405611" cy="2156621"/>
          </a:xfrm>
          <a:prstGeom prst="rect">
            <a:avLst/>
          </a:prstGeom>
          <a:noFill/>
          <a:ln w="317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Rectangle 6"/>
          <p:cNvSpPr/>
          <p:nvPr/>
        </p:nvSpPr>
        <p:spPr>
          <a:xfrm>
            <a:off x="4994097" y="1358187"/>
            <a:ext cx="1440555" cy="200077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②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최근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열람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노트</a:t>
            </a:r>
            <a:endParaRPr sz="750" dirty="0">
              <a:solidFill>
                <a:srgbClr val="FFFFFF"/>
              </a:solidFill>
              <a:latin typeface="프리젠테이션 5 Medium" pitchFamily="2" charset="-127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33549" y="1358187"/>
            <a:ext cx="2405611" cy="2156621"/>
          </a:xfrm>
          <a:prstGeom prst="rect">
            <a:avLst/>
          </a:prstGeom>
          <a:noFill/>
          <a:ln w="317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Rectangle 8"/>
          <p:cNvSpPr/>
          <p:nvPr/>
        </p:nvSpPr>
        <p:spPr>
          <a:xfrm>
            <a:off x="7498604" y="1358187"/>
            <a:ext cx="1440555" cy="200077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③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최근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열람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PDF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37588" y="3583236"/>
            <a:ext cx="3650126" cy="2102051"/>
          </a:xfrm>
          <a:prstGeom prst="rect">
            <a:avLst/>
          </a:prstGeom>
          <a:noFill/>
          <a:ln w="31750"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Rectangle 10"/>
          <p:cNvSpPr/>
          <p:nvPr/>
        </p:nvSpPr>
        <p:spPr>
          <a:xfrm>
            <a:off x="1537588" y="3354577"/>
            <a:ext cx="1440555" cy="200077"/>
          </a:xfrm>
          <a:prstGeom prst="rect">
            <a:avLst/>
          </a:prstGeom>
          <a:solidFill>
            <a:srgbClr val="2255AA"/>
          </a:solidFill>
          <a:ln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④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최근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주요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노트</a:t>
            </a:r>
            <a:endParaRPr sz="750" dirty="0">
              <a:solidFill>
                <a:srgbClr val="FFFFFF"/>
              </a:solidFill>
              <a:latin typeface="프리젠테이션 5 Medium" pitchFamily="2" charset="-12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253826" y="1067258"/>
            <a:ext cx="1274138" cy="124539"/>
          </a:xfrm>
          <a:prstGeom prst="rect">
            <a:avLst/>
          </a:prstGeom>
          <a:noFill/>
          <a:ln w="31750"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Rectangle 14"/>
          <p:cNvSpPr/>
          <p:nvPr/>
        </p:nvSpPr>
        <p:spPr>
          <a:xfrm>
            <a:off x="6567848" y="777809"/>
            <a:ext cx="1371957" cy="200077"/>
          </a:xfrm>
          <a:prstGeom prst="rect">
            <a:avLst/>
          </a:prstGeom>
          <a:solidFill>
            <a:srgbClr val="228822"/>
          </a:solidFill>
          <a:ln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⑥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검색창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(Enter)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0717" y="1016388"/>
            <a:ext cx="298443" cy="247892"/>
          </a:xfrm>
          <a:prstGeom prst="rect">
            <a:avLst/>
          </a:prstGeom>
          <a:noFill/>
          <a:ln w="31750">
            <a:solidFill>
              <a:srgbClr val="DD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Rectangle 16"/>
          <p:cNvSpPr/>
          <p:nvPr/>
        </p:nvSpPr>
        <p:spPr>
          <a:xfrm>
            <a:off x="8253181" y="774094"/>
            <a:ext cx="685979" cy="200077"/>
          </a:xfrm>
          <a:prstGeom prst="rect">
            <a:avLst/>
          </a:prstGeom>
          <a:solidFill>
            <a:srgbClr val="DD8800"/>
          </a:solidFill>
          <a:ln>
            <a:solidFill>
              <a:srgbClr val="DD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KO/EN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96" y="325220"/>
            <a:ext cx="6173808" cy="2885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50">
                <a:solidFill>
                  <a:srgbClr val="1F1D1A"/>
                </a:solidFill>
                <a:latin typeface="프리젠테이션 7 Bold" pitchFamily="2" charset="-127"/>
                <a:ea typeface="프리젠테이션 7 Bold" pitchFamily="2" charset="-127"/>
              </a:defRPr>
            </a:lvl1pPr>
          </a:lstStyle>
          <a:p>
            <a:r>
              <a:rPr dirty="0"/>
              <a:t>② </a:t>
            </a:r>
            <a:r>
              <a:rPr dirty="0" err="1"/>
              <a:t>사이드바</a:t>
            </a:r>
            <a:r>
              <a:rPr dirty="0"/>
              <a:t> </a:t>
            </a:r>
            <a:r>
              <a:rPr dirty="0" err="1"/>
              <a:t>탐색</a:t>
            </a:r>
            <a:r>
              <a:rPr dirty="0"/>
              <a:t>  —  Notebook / Chapter </a:t>
            </a:r>
            <a:r>
              <a:rPr dirty="0" err="1"/>
              <a:t>구조</a:t>
            </a:r>
            <a:endParaRPr dirty="0"/>
          </a:p>
        </p:txBody>
      </p:sp>
      <p:pic>
        <p:nvPicPr>
          <p:cNvPr id="3" name="Picture 2" descr="20260424_163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54489"/>
            <a:ext cx="9144095" cy="58294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9809" y="1411561"/>
            <a:ext cx="1015478" cy="180000"/>
          </a:xfrm>
          <a:prstGeom prst="rect">
            <a:avLst/>
          </a:prstGeom>
          <a:noFill/>
          <a:ln w="317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Rectangle 4"/>
          <p:cNvSpPr/>
          <p:nvPr/>
        </p:nvSpPr>
        <p:spPr>
          <a:xfrm>
            <a:off x="86220" y="1603232"/>
            <a:ext cx="2126534" cy="180000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Notebook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항목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(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클릭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: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접기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/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펼치기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86220" y="1923721"/>
            <a:ext cx="996318" cy="180000"/>
          </a:xfrm>
          <a:prstGeom prst="rect">
            <a:avLst/>
          </a:prstGeom>
          <a:noFill/>
          <a:ln w="317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Rectangle 6"/>
          <p:cNvSpPr/>
          <p:nvPr/>
        </p:nvSpPr>
        <p:spPr>
          <a:xfrm>
            <a:off x="86220" y="2108519"/>
            <a:ext cx="2332327" cy="180000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Chapter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항목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(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클릭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: Leaf page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목록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열기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7918" y="1428819"/>
            <a:ext cx="188172" cy="152067"/>
          </a:xfrm>
          <a:prstGeom prst="rect">
            <a:avLst/>
          </a:prstGeom>
          <a:noFill/>
          <a:ln w="38100">
            <a:solidFill>
              <a:srgbClr val="DD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Rectangle 8"/>
          <p:cNvSpPr/>
          <p:nvPr/>
        </p:nvSpPr>
        <p:spPr>
          <a:xfrm>
            <a:off x="1393168" y="1427689"/>
            <a:ext cx="2756461" cy="144000"/>
          </a:xfrm>
          <a:prstGeom prst="rect">
            <a:avLst/>
          </a:prstGeom>
          <a:solidFill>
            <a:srgbClr val="DD8800"/>
          </a:solidFill>
          <a:ln>
            <a:solidFill>
              <a:srgbClr val="DD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7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추가 기능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버튼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(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마우스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lang="ko-KR" altLang="en-US" sz="7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올려놓을 시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표시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380" y="6230171"/>
            <a:ext cx="1244444" cy="152067"/>
          </a:xfrm>
          <a:prstGeom prst="rect">
            <a:avLst/>
          </a:prstGeom>
          <a:noFill/>
          <a:ln w="31750"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Rectangle 10"/>
          <p:cNvSpPr/>
          <p:nvPr/>
        </p:nvSpPr>
        <p:spPr>
          <a:xfrm>
            <a:off x="89809" y="6028964"/>
            <a:ext cx="1303359" cy="200077"/>
          </a:xfrm>
          <a:prstGeom prst="rect">
            <a:avLst/>
          </a:prstGeom>
          <a:solidFill>
            <a:srgbClr val="228822"/>
          </a:solidFill>
          <a:ln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+ 새 Notebook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추가</a:t>
            </a:r>
            <a:endParaRPr sz="750" dirty="0">
              <a:solidFill>
                <a:srgbClr val="FFFFFF"/>
              </a:solidFill>
              <a:latin typeface="프리젠테이션 5 Medium" pitchFamily="2" charset="-127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349824" y="1074101"/>
            <a:ext cx="155888" cy="164548"/>
          </a:xfrm>
          <a:prstGeom prst="rect">
            <a:avLst/>
          </a:prstGeom>
          <a:noFill/>
          <a:ln w="31750"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Rectangle 12"/>
          <p:cNvSpPr/>
          <p:nvPr/>
        </p:nvSpPr>
        <p:spPr>
          <a:xfrm>
            <a:off x="1588156" y="1074101"/>
            <a:ext cx="1166164" cy="144000"/>
          </a:xfrm>
          <a:prstGeom prst="rect">
            <a:avLst/>
          </a:prstGeom>
          <a:solidFill>
            <a:srgbClr val="2255AA"/>
          </a:solidFill>
          <a:ln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◀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사이드바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접기</a:t>
            </a:r>
            <a:endParaRPr sz="750" dirty="0">
              <a:solidFill>
                <a:srgbClr val="FFFFFF"/>
              </a:solidFill>
              <a:latin typeface="프리젠테이션 5 Medium" pitchFamily="2" charset="-12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625025" y="709367"/>
            <a:ext cx="3429893" cy="4596057"/>
          </a:xfrm>
          <a:prstGeom prst="rect">
            <a:avLst/>
          </a:prstGeom>
          <a:solidFill>
            <a:srgbClr val="FFFFFF"/>
          </a:solidFill>
          <a:ln w="12700">
            <a:solidFill>
              <a:srgbClr val="73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TextBox 14"/>
          <p:cNvSpPr txBox="1"/>
          <p:nvPr/>
        </p:nvSpPr>
        <p:spPr>
          <a:xfrm>
            <a:off x="5762221" y="812264"/>
            <a:ext cx="32241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dirty="0" err="1">
                <a:solidFill>
                  <a:srgbClr val="1F1D1A"/>
                </a:solidFill>
                <a:latin typeface="프리젠테이션 5 Medium" pitchFamily="2" charset="-127"/>
              </a:rPr>
              <a:t>사이드바</a:t>
            </a:r>
            <a:r>
              <a:rPr sz="105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1050" dirty="0" err="1">
                <a:solidFill>
                  <a:srgbClr val="1F1D1A"/>
                </a:solidFill>
                <a:latin typeface="프리젠테이션 5 Medium" pitchFamily="2" charset="-127"/>
              </a:rPr>
              <a:t>구성</a:t>
            </a:r>
            <a:endParaRPr sz="105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endParaRPr sz="1050" dirty="0">
              <a:solidFill>
                <a:srgbClr val="1F1D1A"/>
              </a:solidFill>
              <a:latin typeface="프리젠테이션 5 Medium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62221" y="1120955"/>
            <a:ext cx="32241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Notebook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항목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클릭하면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하위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Chapter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목록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접기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/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펼치기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마우스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오버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→ ···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버튼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나타남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Chapter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항목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클릭하면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메인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화면에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Leaf page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목록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표시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현재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선택된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항목은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배경색으로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강조됨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마우스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오버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→ ···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버튼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나타남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···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버튼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(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컨텍스트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메뉴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)</a:t>
            </a: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이름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변경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아이콘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변경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(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이모지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입력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)</a:t>
            </a: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새 Chapter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추가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(Notebook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메뉴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)</a:t>
            </a: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삭제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+ 새 Notebook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버튼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사이드바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하단에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위치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클릭하면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이름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입력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후 새 Notebook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생성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96" y="316860"/>
            <a:ext cx="8231744" cy="2885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50">
                <a:solidFill>
                  <a:srgbClr val="1F1D1A"/>
                </a:solidFill>
                <a:latin typeface="프리젠테이션 7 Bold" pitchFamily="2" charset="-127"/>
                <a:ea typeface="프리젠테이션 7 Bold" pitchFamily="2" charset="-127"/>
              </a:defRPr>
            </a:lvl1pPr>
          </a:lstStyle>
          <a:p>
            <a:r>
              <a:rPr dirty="0"/>
              <a:t>③ </a:t>
            </a:r>
            <a:r>
              <a:rPr dirty="0" err="1"/>
              <a:t>컨텍스트</a:t>
            </a:r>
            <a:r>
              <a:rPr dirty="0"/>
              <a:t> </a:t>
            </a:r>
            <a:r>
              <a:rPr dirty="0" err="1"/>
              <a:t>메뉴</a:t>
            </a:r>
            <a:r>
              <a:rPr dirty="0"/>
              <a:t> (··· </a:t>
            </a:r>
            <a:r>
              <a:rPr dirty="0" err="1"/>
              <a:t>버튼</a:t>
            </a:r>
            <a:r>
              <a:rPr dirty="0"/>
              <a:t>)  —  </a:t>
            </a:r>
            <a:r>
              <a:rPr dirty="0" err="1"/>
              <a:t>이름</a:t>
            </a:r>
            <a:r>
              <a:rPr dirty="0"/>
              <a:t> </a:t>
            </a:r>
            <a:r>
              <a:rPr dirty="0" err="1"/>
              <a:t>변경</a:t>
            </a:r>
            <a:r>
              <a:rPr dirty="0"/>
              <a:t> / </a:t>
            </a:r>
            <a:r>
              <a:rPr dirty="0" err="1"/>
              <a:t>아이콘</a:t>
            </a:r>
            <a:r>
              <a:rPr dirty="0"/>
              <a:t> </a:t>
            </a:r>
            <a:r>
              <a:rPr dirty="0" err="1"/>
              <a:t>변경</a:t>
            </a:r>
            <a:r>
              <a:rPr dirty="0"/>
              <a:t> / </a:t>
            </a:r>
            <a:r>
              <a:rPr dirty="0" err="1"/>
              <a:t>추가</a:t>
            </a:r>
            <a:r>
              <a:rPr dirty="0"/>
              <a:t> / </a:t>
            </a:r>
            <a:r>
              <a:rPr dirty="0" err="1"/>
              <a:t>삭제</a:t>
            </a:r>
            <a:endParaRPr dirty="0"/>
          </a:p>
        </p:txBody>
      </p:sp>
      <p:pic>
        <p:nvPicPr>
          <p:cNvPr id="3" name="Picture 2" descr="20260424_1633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46129"/>
            <a:ext cx="9144095" cy="58294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37196" y="1389962"/>
            <a:ext cx="923240" cy="200078"/>
          </a:xfrm>
          <a:prstGeom prst="rect">
            <a:avLst/>
          </a:prstGeom>
          <a:noFill/>
          <a:ln w="317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Rectangle 4"/>
          <p:cNvSpPr/>
          <p:nvPr/>
        </p:nvSpPr>
        <p:spPr>
          <a:xfrm>
            <a:off x="2135453" y="1428734"/>
            <a:ext cx="1028968" cy="200077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이름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변경</a:t>
            </a:r>
            <a:endParaRPr sz="750" dirty="0">
              <a:solidFill>
                <a:srgbClr val="FFFFFF"/>
              </a:solidFill>
              <a:latin typeface="프리젠테이션 5 Medium" pitchFamily="2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35453" y="1661966"/>
            <a:ext cx="1028968" cy="200077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아이콘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변경</a:t>
            </a:r>
            <a:endParaRPr sz="750" dirty="0">
              <a:solidFill>
                <a:srgbClr val="FFFFFF"/>
              </a:solidFill>
              <a:latin typeface="프리젠테이션 5 Medium" pitchFamily="2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35453" y="1881480"/>
            <a:ext cx="1028968" cy="200077"/>
          </a:xfrm>
          <a:prstGeom prst="rect">
            <a:avLst/>
          </a:prstGeom>
          <a:solidFill>
            <a:srgbClr val="228822"/>
          </a:solidFill>
          <a:ln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새 Chapter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2252" y="1392840"/>
            <a:ext cx="213308" cy="197200"/>
          </a:xfrm>
          <a:prstGeom prst="rect">
            <a:avLst/>
          </a:prstGeom>
          <a:noFill/>
          <a:ln w="38100">
            <a:solidFill>
              <a:srgbClr val="DD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Rectangle 8"/>
          <p:cNvSpPr/>
          <p:nvPr/>
        </p:nvSpPr>
        <p:spPr>
          <a:xfrm>
            <a:off x="1060436" y="1149157"/>
            <a:ext cx="685979" cy="200077"/>
          </a:xfrm>
          <a:prstGeom prst="rect">
            <a:avLst/>
          </a:prstGeom>
          <a:solidFill>
            <a:srgbClr val="DD8800"/>
          </a:solidFill>
          <a:ln>
            <a:solidFill>
              <a:srgbClr val="DD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···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버튼</a:t>
            </a:r>
            <a:endParaRPr sz="750" dirty="0">
              <a:solidFill>
                <a:srgbClr val="FFFFFF"/>
              </a:solidFill>
              <a:latin typeface="프리젠테이션 5 Medium" pitchFamily="2" charset="-12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213438" y="701007"/>
            <a:ext cx="3772883" cy="4596057"/>
          </a:xfrm>
          <a:prstGeom prst="rect">
            <a:avLst/>
          </a:prstGeom>
          <a:solidFill>
            <a:srgbClr val="FFFFFF"/>
          </a:solidFill>
          <a:ln w="12700">
            <a:solidFill>
              <a:srgbClr val="73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TextBox 10"/>
          <p:cNvSpPr txBox="1"/>
          <p:nvPr/>
        </p:nvSpPr>
        <p:spPr>
          <a:xfrm>
            <a:off x="5350634" y="803904"/>
            <a:ext cx="349849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dirty="0" err="1">
                <a:solidFill>
                  <a:srgbClr val="1F1D1A"/>
                </a:solidFill>
                <a:latin typeface="프리젠테이션 5 Medium" pitchFamily="2" charset="-127"/>
              </a:rPr>
              <a:t>컨텍스트</a:t>
            </a:r>
            <a:r>
              <a:rPr sz="105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1050" dirty="0" err="1">
                <a:solidFill>
                  <a:srgbClr val="1F1D1A"/>
                </a:solidFill>
                <a:latin typeface="프리젠테이션 5 Medium" pitchFamily="2" charset="-127"/>
              </a:rPr>
              <a:t>메뉴</a:t>
            </a:r>
            <a:r>
              <a:rPr sz="105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1050" dirty="0" err="1">
                <a:solidFill>
                  <a:srgbClr val="1F1D1A"/>
                </a:solidFill>
                <a:latin typeface="프리젠테이션 5 Medium" pitchFamily="2" charset="-127"/>
              </a:rPr>
              <a:t>사용법</a:t>
            </a:r>
            <a:endParaRPr sz="1050" dirty="0">
              <a:solidFill>
                <a:srgbClr val="1F1D1A"/>
              </a:solidFill>
              <a:latin typeface="프리젠테이션 5 Medium" pitchFamily="2" charset="-127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350634" y="1098875"/>
            <a:ext cx="3498491" cy="9527"/>
          </a:xfrm>
          <a:prstGeom prst="rect">
            <a:avLst/>
          </a:prstGeom>
          <a:solidFill>
            <a:srgbClr val="73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5350634" y="1167473"/>
            <a:ext cx="349849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사용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방법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Notebook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또는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Chapter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항목에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마우스를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올리면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우측에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···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버튼이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나타납니다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.</a:t>
            </a:r>
          </a:p>
          <a:p>
            <a:pPr algn="l"/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클릭하면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컨텍스트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메뉴가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팝업됩니다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.</a:t>
            </a:r>
          </a:p>
          <a:p>
            <a:pPr algn="l"/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이름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변경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→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입력창이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열리고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새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이름을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입력합니다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.</a:t>
            </a: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 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확인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버튼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또는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Enter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키로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저장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.</a:t>
            </a:r>
          </a:p>
          <a:p>
            <a:pPr algn="l"/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아이콘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변경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→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이모지를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직접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입력합니다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.</a:t>
            </a: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  예: 📚  🧠  💊  🏥  🔬  📋  📝</a:t>
            </a:r>
          </a:p>
          <a:p>
            <a:pPr algn="l"/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새 Chapter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추가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 ← Notebook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메뉴에만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있음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→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이름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입력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후 새 Chapter를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생성합니다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.</a:t>
            </a:r>
          </a:p>
          <a:p>
            <a:pPr algn="l"/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삭제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→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해당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항목과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모든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하위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데이터를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삭제합니다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.</a:t>
            </a: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  ⚠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삭제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전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확인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팝업이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표시됩니다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.</a:t>
            </a: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  (Notebook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삭제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시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모든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Chapter·Leaf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page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삭제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96" y="328435"/>
            <a:ext cx="5487829" cy="2885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50">
                <a:solidFill>
                  <a:srgbClr val="1F1D1A"/>
                </a:solidFill>
                <a:latin typeface="프리젠테이션 7 Bold" pitchFamily="2" charset="-127"/>
                <a:ea typeface="프리젠테이션 7 Bold" pitchFamily="2" charset="-127"/>
              </a:defRPr>
            </a:lvl1pPr>
          </a:lstStyle>
          <a:p>
            <a:r>
              <a:rPr dirty="0"/>
              <a:t>④ Chapter 뷰  —  Leaf page </a:t>
            </a:r>
            <a:r>
              <a:rPr dirty="0" err="1"/>
              <a:t>목록</a:t>
            </a:r>
            <a:r>
              <a:rPr dirty="0"/>
              <a:t> &amp; </a:t>
            </a:r>
            <a:r>
              <a:rPr dirty="0" err="1"/>
              <a:t>추가</a:t>
            </a:r>
            <a:endParaRPr dirty="0"/>
          </a:p>
        </p:txBody>
      </p:sp>
      <p:pic>
        <p:nvPicPr>
          <p:cNvPr id="3" name="Picture 2" descr="20260424_163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57704"/>
            <a:ext cx="9144095" cy="58294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30158" y="1059984"/>
            <a:ext cx="766399" cy="181905"/>
          </a:xfrm>
          <a:prstGeom prst="rect">
            <a:avLst/>
          </a:prstGeom>
          <a:noFill/>
          <a:ln w="31750"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Rectangle 4"/>
          <p:cNvSpPr/>
          <p:nvPr/>
        </p:nvSpPr>
        <p:spPr>
          <a:xfrm>
            <a:off x="1530158" y="848142"/>
            <a:ext cx="1989338" cy="200077"/>
          </a:xfrm>
          <a:prstGeom prst="rect">
            <a:avLst/>
          </a:prstGeom>
          <a:solidFill>
            <a:srgbClr val="2255AA"/>
          </a:solidFill>
          <a:ln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현재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위치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(Notebook / Chapter)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1530158" y="1412865"/>
            <a:ext cx="756818" cy="229919"/>
          </a:xfrm>
          <a:prstGeom prst="rect">
            <a:avLst/>
          </a:prstGeom>
          <a:noFill/>
          <a:ln w="317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Rectangle 6"/>
          <p:cNvSpPr/>
          <p:nvPr/>
        </p:nvSpPr>
        <p:spPr>
          <a:xfrm>
            <a:off x="2316480" y="1403311"/>
            <a:ext cx="1028968" cy="200077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Chapter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제목</a:t>
            </a:r>
            <a:endParaRPr sz="750" dirty="0">
              <a:solidFill>
                <a:srgbClr val="FFFFFF"/>
              </a:solidFill>
              <a:latin typeface="프리젠테이션 5 Medium" pitchFamily="2" charset="-12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30158" y="1884974"/>
            <a:ext cx="3774513" cy="270155"/>
          </a:xfrm>
          <a:prstGeom prst="rect">
            <a:avLst/>
          </a:prstGeom>
          <a:noFill/>
          <a:ln w="317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Rectangle 10"/>
          <p:cNvSpPr/>
          <p:nvPr/>
        </p:nvSpPr>
        <p:spPr>
          <a:xfrm>
            <a:off x="3020535" y="2171920"/>
            <a:ext cx="2332327" cy="200077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Leaf page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항목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(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클릭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→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상세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보기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7851" y="1884975"/>
            <a:ext cx="1062509" cy="299426"/>
          </a:xfrm>
          <a:prstGeom prst="rect">
            <a:avLst/>
          </a:prstGeom>
          <a:noFill/>
          <a:ln w="31750"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Rectangle 12"/>
          <p:cNvSpPr/>
          <p:nvPr/>
        </p:nvSpPr>
        <p:spPr>
          <a:xfrm>
            <a:off x="5405611" y="2121474"/>
            <a:ext cx="1509153" cy="200077"/>
          </a:xfrm>
          <a:prstGeom prst="rect">
            <a:avLst/>
          </a:prstGeom>
          <a:solidFill>
            <a:srgbClr val="2255AA"/>
          </a:solidFill>
          <a:ln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PDF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개수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·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최종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수정일</a:t>
            </a:r>
            <a:endParaRPr sz="750" dirty="0">
              <a:solidFill>
                <a:srgbClr val="FFFFFF"/>
              </a:solidFill>
              <a:latin typeface="프리젠테이션 5 Medium" pitchFamily="2" charset="-12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530158" y="2230669"/>
            <a:ext cx="738131" cy="197033"/>
          </a:xfrm>
          <a:prstGeom prst="rect">
            <a:avLst/>
          </a:prstGeom>
          <a:noFill/>
          <a:ln w="31750"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Rectangle 14"/>
          <p:cNvSpPr/>
          <p:nvPr/>
        </p:nvSpPr>
        <p:spPr>
          <a:xfrm>
            <a:off x="1530158" y="2436715"/>
            <a:ext cx="1234762" cy="200077"/>
          </a:xfrm>
          <a:prstGeom prst="rect">
            <a:avLst/>
          </a:prstGeom>
          <a:solidFill>
            <a:srgbClr val="228822"/>
          </a:solidFill>
          <a:ln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+ Leaf page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추가</a:t>
            </a:r>
            <a:endParaRPr sz="750" dirty="0">
              <a:solidFill>
                <a:srgbClr val="FFFFFF"/>
              </a:solidFill>
              <a:latin typeface="프리젠테이션 5 Medium" pitchFamily="2" charset="-12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72959" y="3222682"/>
            <a:ext cx="2812512" cy="2057936"/>
          </a:xfrm>
          <a:prstGeom prst="rect">
            <a:avLst/>
          </a:prstGeom>
          <a:solidFill>
            <a:srgbClr val="FFFFFF"/>
          </a:solidFill>
          <a:ln w="12700">
            <a:solidFill>
              <a:srgbClr val="73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TextBox 16"/>
          <p:cNvSpPr txBox="1"/>
          <p:nvPr/>
        </p:nvSpPr>
        <p:spPr>
          <a:xfrm>
            <a:off x="1175856" y="3325579"/>
            <a:ext cx="26067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Leaf page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항목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행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구성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아이콘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+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제목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(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왼쪽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)</a:t>
            </a: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PDF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개수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·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최종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수정일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(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오른쪽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)</a:t>
            </a:r>
          </a:p>
          <a:p>
            <a:pPr algn="l"/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클릭하면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해당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Leaf page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상세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뷰로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이동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96" y="270562"/>
            <a:ext cx="6173808" cy="2885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50">
                <a:solidFill>
                  <a:srgbClr val="1F1D1A"/>
                </a:solidFill>
                <a:latin typeface="프리젠테이션 7 Bold" pitchFamily="2" charset="-127"/>
                <a:ea typeface="프리젠테이션 7 Bold" pitchFamily="2" charset="-127"/>
              </a:defRPr>
            </a:lvl1pPr>
          </a:lstStyle>
          <a:p>
            <a:r>
              <a:rPr dirty="0"/>
              <a:t>⑤ Leaf page </a:t>
            </a:r>
            <a:r>
              <a:rPr dirty="0" err="1"/>
              <a:t>상세</a:t>
            </a:r>
            <a:r>
              <a:rPr dirty="0"/>
              <a:t> 뷰  —  </a:t>
            </a:r>
            <a:r>
              <a:rPr dirty="0" err="1"/>
              <a:t>제목</a:t>
            </a:r>
            <a:r>
              <a:rPr dirty="0"/>
              <a:t> / </a:t>
            </a:r>
            <a:r>
              <a:rPr dirty="0" err="1"/>
              <a:t>태그</a:t>
            </a:r>
            <a:r>
              <a:rPr dirty="0"/>
              <a:t> / </a:t>
            </a:r>
            <a:r>
              <a:rPr dirty="0" err="1"/>
              <a:t>메모</a:t>
            </a:r>
            <a:endParaRPr dirty="0"/>
          </a:p>
        </p:txBody>
      </p:sp>
      <p:pic>
        <p:nvPicPr>
          <p:cNvPr id="3" name="Picture 2" descr="20260424_1633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599831"/>
            <a:ext cx="9144095" cy="58294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13009" y="1025197"/>
            <a:ext cx="1374971" cy="146860"/>
          </a:xfrm>
          <a:prstGeom prst="rect">
            <a:avLst/>
          </a:prstGeom>
          <a:noFill/>
          <a:ln w="31750"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Rectangle 4"/>
          <p:cNvSpPr/>
          <p:nvPr/>
        </p:nvSpPr>
        <p:spPr>
          <a:xfrm>
            <a:off x="1495229" y="817372"/>
            <a:ext cx="2743915" cy="200077"/>
          </a:xfrm>
          <a:prstGeom prst="rect">
            <a:avLst/>
          </a:prstGeom>
          <a:solidFill>
            <a:srgbClr val="2255AA"/>
          </a:solidFill>
          <a:ln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현재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위치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(Notebook / Chapter / Leaf page)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5106" y="1489180"/>
            <a:ext cx="1508847" cy="177229"/>
          </a:xfrm>
          <a:prstGeom prst="rect">
            <a:avLst/>
          </a:prstGeom>
          <a:noFill/>
          <a:ln w="317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Rectangle 6"/>
          <p:cNvSpPr/>
          <p:nvPr/>
        </p:nvSpPr>
        <p:spPr>
          <a:xfrm>
            <a:off x="3063953" y="1453350"/>
            <a:ext cx="1234762" cy="200077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Leaf page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제목</a:t>
            </a:r>
            <a:endParaRPr sz="750" dirty="0">
              <a:solidFill>
                <a:srgbClr val="FFFFFF"/>
              </a:solidFill>
              <a:latin typeface="프리젠테이션 5 Medium" pitchFamily="2" charset="-127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55106" y="1690604"/>
            <a:ext cx="1015374" cy="137215"/>
          </a:xfrm>
          <a:prstGeom prst="rect">
            <a:avLst/>
          </a:prstGeom>
          <a:noFill/>
          <a:ln w="31750"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Rectangle 8"/>
          <p:cNvSpPr/>
          <p:nvPr/>
        </p:nvSpPr>
        <p:spPr>
          <a:xfrm>
            <a:off x="2570480" y="1653427"/>
            <a:ext cx="2195132" cy="200077"/>
          </a:xfrm>
          <a:prstGeom prst="rect">
            <a:avLst/>
          </a:prstGeom>
          <a:solidFill>
            <a:srgbClr val="228822"/>
          </a:solidFill>
          <a:ln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태그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목록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(예: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연구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, ADHD,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논문리뷰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77531" y="2005049"/>
            <a:ext cx="5768149" cy="517702"/>
          </a:xfrm>
          <a:prstGeom prst="rect">
            <a:avLst/>
          </a:prstGeom>
          <a:noFill/>
          <a:ln w="317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Rectangle 10"/>
          <p:cNvSpPr/>
          <p:nvPr/>
        </p:nvSpPr>
        <p:spPr>
          <a:xfrm>
            <a:off x="1577531" y="2299550"/>
            <a:ext cx="2881110" cy="200077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메모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입력란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(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자유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텍스트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,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여러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줄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입력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가능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94805" y="2584977"/>
            <a:ext cx="423621" cy="163303"/>
          </a:xfrm>
          <a:prstGeom prst="rect">
            <a:avLst/>
          </a:prstGeom>
          <a:noFill/>
          <a:ln w="31750"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Rectangle 12"/>
          <p:cNvSpPr/>
          <p:nvPr/>
        </p:nvSpPr>
        <p:spPr>
          <a:xfrm>
            <a:off x="874918" y="2764346"/>
            <a:ext cx="1097566" cy="400154"/>
          </a:xfrm>
          <a:prstGeom prst="rect">
            <a:avLst/>
          </a:prstGeom>
          <a:solidFill>
            <a:srgbClr val="2255AA"/>
          </a:solidFill>
          <a:ln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메모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저장</a:t>
            </a:r>
            <a:endParaRPr sz="750" dirty="0">
              <a:solidFill>
                <a:srgbClr val="FFFFFF"/>
              </a:solidFill>
              <a:latin typeface="프리젠테이션 5 Medium" pitchFamily="2" charset="-127"/>
            </a:endParaRPr>
          </a:p>
          <a:p>
            <a:pPr algn="ctr"/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(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클릭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시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즉시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저장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6926" y="2577919"/>
            <a:ext cx="298707" cy="163303"/>
          </a:xfrm>
          <a:prstGeom prst="rect">
            <a:avLst/>
          </a:prstGeom>
          <a:noFill/>
          <a:ln w="317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Rectangle 14"/>
          <p:cNvSpPr/>
          <p:nvPr/>
        </p:nvSpPr>
        <p:spPr>
          <a:xfrm>
            <a:off x="2075381" y="2764346"/>
            <a:ext cx="1097566" cy="400154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Leaf page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삭제</a:t>
            </a:r>
            <a:endParaRPr sz="750" dirty="0">
              <a:solidFill>
                <a:srgbClr val="FFFFFF"/>
              </a:solidFill>
              <a:latin typeface="프리젠테이션 5 Medium" pitchFamily="2" charset="-127"/>
            </a:endParaRPr>
          </a:p>
          <a:p>
            <a:pPr algn="ctr"/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(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확인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후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삭제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84932" y="3342347"/>
            <a:ext cx="2469523" cy="3086904"/>
          </a:xfrm>
          <a:prstGeom prst="rect">
            <a:avLst/>
          </a:prstGeom>
          <a:solidFill>
            <a:srgbClr val="FFFFFF"/>
          </a:solidFill>
          <a:ln w="12700">
            <a:solidFill>
              <a:srgbClr val="73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TextBox 16"/>
          <p:cNvSpPr txBox="1"/>
          <p:nvPr/>
        </p:nvSpPr>
        <p:spPr>
          <a:xfrm>
            <a:off x="5487828" y="3445244"/>
            <a:ext cx="22637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메모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작성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안내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메모란은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자유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텍스트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입력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'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메모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저장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'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버튼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클릭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시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저장됨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태그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검색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시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태그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내용도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검색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대상에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포함됨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삭제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Leaf page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전체를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삭제합니다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삭제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전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확인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팝업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표시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연결된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PDF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정보도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모두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삭제됨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96" y="185021"/>
            <a:ext cx="4115872" cy="2885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50">
                <a:solidFill>
                  <a:srgbClr val="1F1D1A"/>
                </a:solidFill>
                <a:latin typeface="프리젠테이션 7 Bold" pitchFamily="2" charset="-127"/>
                <a:ea typeface="프리젠테이션 7 Bold" pitchFamily="2" charset="-127"/>
              </a:defRPr>
            </a:lvl1pPr>
          </a:lstStyle>
          <a:p>
            <a:r>
              <a:rPr dirty="0"/>
              <a:t>⑥ PDF </a:t>
            </a:r>
            <a:r>
              <a:rPr dirty="0" err="1"/>
              <a:t>추가</a:t>
            </a:r>
            <a:r>
              <a:rPr dirty="0"/>
              <a:t> &amp; </a:t>
            </a:r>
            <a:r>
              <a:rPr dirty="0" err="1"/>
              <a:t>뷰어</a:t>
            </a:r>
            <a:endParaRPr dirty="0"/>
          </a:p>
        </p:txBody>
      </p:sp>
      <p:pic>
        <p:nvPicPr>
          <p:cNvPr id="3" name="Picture 2" descr="20260424_1633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514290"/>
            <a:ext cx="9144095" cy="58294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60240" y="2756984"/>
            <a:ext cx="311349" cy="144000"/>
          </a:xfrm>
          <a:prstGeom prst="rect">
            <a:avLst/>
          </a:prstGeom>
          <a:noFill/>
          <a:ln w="31750"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Rectangle 4"/>
          <p:cNvSpPr/>
          <p:nvPr/>
        </p:nvSpPr>
        <p:spPr>
          <a:xfrm>
            <a:off x="766399" y="2700907"/>
            <a:ext cx="754577" cy="200077"/>
          </a:xfrm>
          <a:prstGeom prst="rect">
            <a:avLst/>
          </a:prstGeom>
          <a:solidFill>
            <a:srgbClr val="2255AA"/>
          </a:solidFill>
          <a:ln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PDF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개수</a:t>
            </a:r>
            <a:endParaRPr sz="750" dirty="0">
              <a:solidFill>
                <a:srgbClr val="FFFFFF"/>
              </a:solidFill>
              <a:latin typeface="프리젠테이션 5 Medium" pitchFamily="2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14677" y="2756985"/>
            <a:ext cx="455143" cy="144000"/>
          </a:xfrm>
          <a:prstGeom prst="rect">
            <a:avLst/>
          </a:prstGeom>
          <a:noFill/>
          <a:ln w="31750"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Rectangle 6"/>
          <p:cNvSpPr/>
          <p:nvPr/>
        </p:nvSpPr>
        <p:spPr>
          <a:xfrm>
            <a:off x="1520976" y="2280390"/>
            <a:ext cx="1166164" cy="400154"/>
          </a:xfrm>
          <a:prstGeom prst="rect">
            <a:avLst/>
          </a:prstGeom>
          <a:solidFill>
            <a:srgbClr val="228822"/>
          </a:solidFill>
          <a:ln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+ PDF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추가</a:t>
            </a:r>
            <a:endParaRPr sz="750" dirty="0">
              <a:solidFill>
                <a:srgbClr val="FFFFFF"/>
              </a:solidFill>
              <a:latin typeface="프리젠테이션 5 Medium" pitchFamily="2" charset="-127"/>
            </a:endParaRPr>
          </a:p>
          <a:p>
            <a:pPr algn="ctr"/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(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클릭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→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파일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선택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창)</a:t>
            </a:r>
          </a:p>
        </p:txBody>
      </p:sp>
      <p:sp>
        <p:nvSpPr>
          <p:cNvPr id="8" name="Rectangle 7"/>
          <p:cNvSpPr/>
          <p:nvPr/>
        </p:nvSpPr>
        <p:spPr>
          <a:xfrm>
            <a:off x="1560240" y="2912805"/>
            <a:ext cx="5697810" cy="308981"/>
          </a:xfrm>
          <a:prstGeom prst="rect">
            <a:avLst/>
          </a:prstGeom>
          <a:noFill/>
          <a:ln w="31750"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Rectangle 8"/>
          <p:cNvSpPr/>
          <p:nvPr/>
        </p:nvSpPr>
        <p:spPr>
          <a:xfrm>
            <a:off x="2547461" y="2700908"/>
            <a:ext cx="2743915" cy="200077"/>
          </a:xfrm>
          <a:prstGeom prst="rect">
            <a:avLst/>
          </a:prstGeom>
          <a:solidFill>
            <a:srgbClr val="2255AA"/>
          </a:solidFill>
          <a:ln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PDF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카드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헤더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(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클릭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→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뷰어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펼치기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/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접기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2374" y="3262514"/>
            <a:ext cx="349669" cy="144000"/>
          </a:xfrm>
          <a:prstGeom prst="rect">
            <a:avLst/>
          </a:prstGeom>
          <a:noFill/>
          <a:ln w="31750">
            <a:solidFill>
              <a:srgbClr val="DD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Rectangle 10"/>
          <p:cNvSpPr/>
          <p:nvPr/>
        </p:nvSpPr>
        <p:spPr>
          <a:xfrm>
            <a:off x="5637466" y="3406514"/>
            <a:ext cx="754577" cy="200077"/>
          </a:xfrm>
          <a:prstGeom prst="rect">
            <a:avLst/>
          </a:prstGeom>
          <a:solidFill>
            <a:srgbClr val="DD8800"/>
          </a:solidFill>
          <a:ln>
            <a:solidFill>
              <a:srgbClr val="DD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코멘트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73994" y="3510810"/>
            <a:ext cx="3669531" cy="2832900"/>
          </a:xfrm>
          <a:prstGeom prst="rect">
            <a:avLst/>
          </a:prstGeom>
          <a:noFill/>
          <a:ln w="317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Rectangle 12"/>
          <p:cNvSpPr/>
          <p:nvPr/>
        </p:nvSpPr>
        <p:spPr>
          <a:xfrm>
            <a:off x="1666832" y="3510810"/>
            <a:ext cx="1920740" cy="400154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PDF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뷰어</a:t>
            </a:r>
            <a:endParaRPr sz="750" dirty="0">
              <a:solidFill>
                <a:srgbClr val="FFFFFF"/>
              </a:solidFill>
              <a:latin typeface="프리젠테이션 5 Medium" pitchFamily="2" charset="-127"/>
            </a:endParaRPr>
          </a:p>
          <a:p>
            <a:pPr algn="ctr"/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페이지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이동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/ 줌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조절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가능</a:t>
            </a:r>
            <a:endParaRPr sz="750" dirty="0">
              <a:solidFill>
                <a:srgbClr val="FFFFFF"/>
              </a:solidFill>
              <a:latin typeface="프리젠테이션 5 Medium" pitchFamily="2" charset="-12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42378" y="3688423"/>
            <a:ext cx="2469523" cy="2652618"/>
          </a:xfrm>
          <a:prstGeom prst="rect">
            <a:avLst/>
          </a:prstGeom>
          <a:solidFill>
            <a:srgbClr val="FFFFFF"/>
          </a:solidFill>
          <a:ln w="12700">
            <a:solidFill>
              <a:srgbClr val="73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TextBox 14"/>
          <p:cNvSpPr txBox="1"/>
          <p:nvPr/>
        </p:nvSpPr>
        <p:spPr>
          <a:xfrm>
            <a:off x="5545274" y="3791319"/>
            <a:ext cx="2263730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PDF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추가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방법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+ PDF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추가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버튼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클릭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→</a:t>
            </a:r>
          </a:p>
          <a:p>
            <a:pPr algn="l"/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파일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선택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다이얼로그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열림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→</a:t>
            </a:r>
          </a:p>
          <a:p>
            <a:pPr algn="l"/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로컬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PDF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파일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선택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→</a:t>
            </a:r>
          </a:p>
          <a:p>
            <a:pPr algn="l"/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자동으로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목록에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추가됨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PDF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카드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조작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카드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헤더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클릭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: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뷰어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펼치기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/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접기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한 Leaf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page에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PDF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여러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개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가능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뷰어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조작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◀ ▶  :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페이지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이동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+ / − : 줌 인/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아웃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현재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페이지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번호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표시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96" y="185021"/>
            <a:ext cx="4115872" cy="2885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50">
                <a:solidFill>
                  <a:srgbClr val="1F1D1A"/>
                </a:solidFill>
                <a:latin typeface="프리젠테이션 7 Bold" pitchFamily="2" charset="-127"/>
                <a:ea typeface="프리젠테이션 7 Bold" pitchFamily="2" charset="-127"/>
              </a:defRPr>
            </a:lvl1pPr>
          </a:lstStyle>
          <a:p>
            <a:r>
              <a:rPr dirty="0"/>
              <a:t>⑦ PDF </a:t>
            </a:r>
            <a:r>
              <a:rPr dirty="0" err="1"/>
              <a:t>페이지</a:t>
            </a:r>
            <a:r>
              <a:rPr dirty="0"/>
              <a:t> </a:t>
            </a:r>
            <a:r>
              <a:rPr dirty="0" err="1"/>
              <a:t>코멘트</a:t>
            </a:r>
            <a:endParaRPr dirty="0"/>
          </a:p>
        </p:txBody>
      </p:sp>
      <p:pic>
        <p:nvPicPr>
          <p:cNvPr id="3" name="Picture 2" descr="20260424_1633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514290"/>
            <a:ext cx="9144095" cy="58294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655232" y="3244111"/>
            <a:ext cx="3648472" cy="3099599"/>
          </a:xfrm>
          <a:prstGeom prst="rect">
            <a:avLst/>
          </a:prstGeom>
          <a:noFill/>
          <a:ln w="317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Rectangle 4"/>
          <p:cNvSpPr/>
          <p:nvPr/>
        </p:nvSpPr>
        <p:spPr>
          <a:xfrm>
            <a:off x="3382964" y="3044034"/>
            <a:ext cx="1920740" cy="200077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PDF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페이지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코멘트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패널</a:t>
            </a:r>
            <a:endParaRPr sz="750" dirty="0">
              <a:solidFill>
                <a:srgbClr val="FFFFFF"/>
              </a:solidFill>
              <a:latin typeface="프리젠테이션 5 Medium" pitchFamily="2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46121" y="3474020"/>
            <a:ext cx="311349" cy="119536"/>
          </a:xfrm>
          <a:prstGeom prst="rect">
            <a:avLst/>
          </a:prstGeom>
          <a:noFill/>
          <a:ln w="19050"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Rectangle 6"/>
          <p:cNvSpPr/>
          <p:nvPr/>
        </p:nvSpPr>
        <p:spPr>
          <a:xfrm>
            <a:off x="5487700" y="2984724"/>
            <a:ext cx="1646349" cy="400154"/>
          </a:xfrm>
          <a:prstGeom prst="rect">
            <a:avLst/>
          </a:prstGeom>
          <a:solidFill>
            <a:srgbClr val="228822"/>
          </a:solidFill>
          <a:ln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Page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번호</a:t>
            </a:r>
            <a:endParaRPr sz="750" dirty="0">
              <a:solidFill>
                <a:srgbClr val="FFFFFF"/>
              </a:solidFill>
              <a:latin typeface="프리젠테이션 5 Medium" pitchFamily="2" charset="-127"/>
            </a:endParaRPr>
          </a:p>
          <a:p>
            <a:pPr algn="ctr"/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(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클릭→해당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페이지로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이동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7701" y="3417024"/>
            <a:ext cx="1714946" cy="479141"/>
          </a:xfrm>
          <a:prstGeom prst="rect">
            <a:avLst/>
          </a:prstGeom>
          <a:noFill/>
          <a:ln w="19050">
            <a:solidFill>
              <a:srgbClr val="B35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Rectangle 8"/>
          <p:cNvSpPr/>
          <p:nvPr/>
        </p:nvSpPr>
        <p:spPr>
          <a:xfrm>
            <a:off x="7305132" y="3468422"/>
            <a:ext cx="960370" cy="200077"/>
          </a:xfrm>
          <a:prstGeom prst="rect">
            <a:avLst/>
          </a:prstGeom>
          <a:solidFill>
            <a:srgbClr val="B3541E"/>
          </a:solidFill>
          <a:ln>
            <a:solidFill>
              <a:srgbClr val="B35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코멘트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본문</a:t>
            </a:r>
            <a:endParaRPr sz="750" dirty="0">
              <a:solidFill>
                <a:srgbClr val="FFFFFF"/>
              </a:solidFill>
              <a:latin typeface="프리젠테이션 5 Medium" pitchFamily="2" charset="-12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556930" y="3721918"/>
            <a:ext cx="983569" cy="119536"/>
          </a:xfrm>
          <a:prstGeom prst="rect">
            <a:avLst/>
          </a:prstGeom>
          <a:noFill/>
          <a:ln w="19050">
            <a:solidFill>
              <a:srgbClr val="73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Rectangle 10"/>
          <p:cNvSpPr/>
          <p:nvPr/>
        </p:nvSpPr>
        <p:spPr>
          <a:xfrm>
            <a:off x="6495769" y="4024527"/>
            <a:ext cx="754577" cy="200077"/>
          </a:xfrm>
          <a:prstGeom prst="rect">
            <a:avLst/>
          </a:prstGeom>
          <a:solidFill>
            <a:srgbClr val="736B5F"/>
          </a:solidFill>
          <a:ln>
            <a:solidFill>
              <a:srgbClr val="73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작성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일시</a:t>
            </a:r>
            <a:endParaRPr sz="750" dirty="0">
              <a:solidFill>
                <a:srgbClr val="FFFFFF"/>
              </a:solidFill>
              <a:latin typeface="프리젠테이션 5 Medium" pitchFamily="2" charset="-127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06600" y="6035273"/>
            <a:ext cx="1898531" cy="308437"/>
          </a:xfrm>
          <a:prstGeom prst="rect">
            <a:avLst/>
          </a:prstGeom>
          <a:noFill/>
          <a:ln w="31750"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Rectangle 12"/>
          <p:cNvSpPr/>
          <p:nvPr/>
        </p:nvSpPr>
        <p:spPr>
          <a:xfrm>
            <a:off x="5487700" y="5614755"/>
            <a:ext cx="1714947" cy="400154"/>
          </a:xfrm>
          <a:prstGeom prst="rect">
            <a:avLst/>
          </a:prstGeom>
          <a:solidFill>
            <a:srgbClr val="2255AA"/>
          </a:solidFill>
          <a:ln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코멘트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입력란</a:t>
            </a:r>
            <a:endParaRPr sz="750" dirty="0">
              <a:solidFill>
                <a:srgbClr val="FFFFFF"/>
              </a:solidFill>
              <a:latin typeface="프리젠테이션 5 Medium" pitchFamily="2" charset="-127"/>
            </a:endParaRPr>
          </a:p>
          <a:p>
            <a:pPr algn="ctr"/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(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페이지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번호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+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텍스트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8363" y="1376366"/>
            <a:ext cx="3978676" cy="1303359"/>
          </a:xfrm>
          <a:prstGeom prst="rect">
            <a:avLst/>
          </a:prstGeom>
          <a:solidFill>
            <a:srgbClr val="FFF8EE"/>
          </a:solidFill>
          <a:ln w="12700">
            <a:solidFill>
              <a:srgbClr val="B35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TextBox 14"/>
          <p:cNvSpPr txBox="1"/>
          <p:nvPr/>
        </p:nvSpPr>
        <p:spPr>
          <a:xfrm>
            <a:off x="3601260" y="1444963"/>
            <a:ext cx="3772883" cy="727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dirty="0">
                <a:solidFill>
                  <a:srgbClr val="1F1D1A"/>
                </a:solidFill>
                <a:latin typeface="프리젠테이션 5 Medium" pitchFamily="2" charset="-127"/>
              </a:rPr>
              <a:t>💡  </a:t>
            </a:r>
            <a:r>
              <a:rPr sz="825" dirty="0" err="1">
                <a:solidFill>
                  <a:srgbClr val="1F1D1A"/>
                </a:solidFill>
                <a:latin typeface="프리젠테이션 5 Medium" pitchFamily="2" charset="-127"/>
              </a:rPr>
              <a:t>코멘트</a:t>
            </a:r>
            <a:r>
              <a:rPr sz="825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825" dirty="0" err="1">
                <a:solidFill>
                  <a:srgbClr val="1F1D1A"/>
                </a:solidFill>
                <a:latin typeface="프리젠테이션 5 Medium" pitchFamily="2" charset="-127"/>
              </a:rPr>
              <a:t>사용</a:t>
            </a:r>
            <a:r>
              <a:rPr sz="825" dirty="0">
                <a:solidFill>
                  <a:srgbClr val="1F1D1A"/>
                </a:solidFill>
                <a:latin typeface="프리젠테이션 5 Medium" pitchFamily="2" charset="-127"/>
              </a:rPr>
              <a:t> 팁</a:t>
            </a:r>
          </a:p>
          <a:p>
            <a:pPr algn="l"/>
            <a:endParaRPr sz="825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825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825" dirty="0" err="1">
                <a:solidFill>
                  <a:srgbClr val="1F1D1A"/>
                </a:solidFill>
                <a:latin typeface="프리젠테이션 5 Medium" pitchFamily="2" charset="-127"/>
              </a:rPr>
              <a:t>현재</a:t>
            </a:r>
            <a:r>
              <a:rPr sz="825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825" dirty="0" err="1">
                <a:solidFill>
                  <a:srgbClr val="1F1D1A"/>
                </a:solidFill>
                <a:latin typeface="프리젠테이션 5 Medium" pitchFamily="2" charset="-127"/>
              </a:rPr>
              <a:t>뷰어에</a:t>
            </a:r>
            <a:r>
              <a:rPr sz="825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825" dirty="0" err="1">
                <a:solidFill>
                  <a:srgbClr val="1F1D1A"/>
                </a:solidFill>
                <a:latin typeface="프리젠테이션 5 Medium" pitchFamily="2" charset="-127"/>
              </a:rPr>
              <a:t>열린</a:t>
            </a:r>
            <a:r>
              <a:rPr sz="825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825" dirty="0" err="1">
                <a:solidFill>
                  <a:srgbClr val="1F1D1A"/>
                </a:solidFill>
                <a:latin typeface="프리젠테이션 5 Medium" pitchFamily="2" charset="-127"/>
              </a:rPr>
              <a:t>페이지</a:t>
            </a:r>
            <a:r>
              <a:rPr sz="825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825" dirty="0" err="1">
                <a:solidFill>
                  <a:srgbClr val="1F1D1A"/>
                </a:solidFill>
                <a:latin typeface="프리젠테이션 5 Medium" pitchFamily="2" charset="-127"/>
              </a:rPr>
              <a:t>번호가</a:t>
            </a:r>
            <a:r>
              <a:rPr sz="825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825" dirty="0" err="1">
                <a:solidFill>
                  <a:srgbClr val="1F1D1A"/>
                </a:solidFill>
                <a:latin typeface="프리젠테이션 5 Medium" pitchFamily="2" charset="-127"/>
              </a:rPr>
              <a:t>입력란에</a:t>
            </a:r>
            <a:r>
              <a:rPr sz="825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825" dirty="0" err="1">
                <a:solidFill>
                  <a:srgbClr val="1F1D1A"/>
                </a:solidFill>
                <a:latin typeface="프리젠테이션 5 Medium" pitchFamily="2" charset="-127"/>
              </a:rPr>
              <a:t>자동</a:t>
            </a:r>
            <a:r>
              <a:rPr sz="825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825" dirty="0" err="1">
                <a:solidFill>
                  <a:srgbClr val="1F1D1A"/>
                </a:solidFill>
                <a:latin typeface="프리젠테이션 5 Medium" pitchFamily="2" charset="-127"/>
              </a:rPr>
              <a:t>반영됩니다</a:t>
            </a:r>
            <a:r>
              <a:rPr sz="825" dirty="0">
                <a:solidFill>
                  <a:srgbClr val="1F1D1A"/>
                </a:solidFill>
                <a:latin typeface="프리젠테이션 5 Medium" pitchFamily="2" charset="-127"/>
              </a:rPr>
              <a:t>.</a:t>
            </a:r>
          </a:p>
          <a:p>
            <a:pPr algn="l"/>
            <a:r>
              <a:rPr sz="825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825" dirty="0" err="1">
                <a:solidFill>
                  <a:srgbClr val="1F1D1A"/>
                </a:solidFill>
                <a:latin typeface="프리젠테이션 5 Medium" pitchFamily="2" charset="-127"/>
              </a:rPr>
              <a:t>저장된</a:t>
            </a:r>
            <a:r>
              <a:rPr sz="825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825" dirty="0" err="1">
                <a:solidFill>
                  <a:srgbClr val="1F1D1A"/>
                </a:solidFill>
                <a:latin typeface="프리젠테이션 5 Medium" pitchFamily="2" charset="-127"/>
              </a:rPr>
              <a:t>코멘트의</a:t>
            </a:r>
            <a:r>
              <a:rPr sz="825" dirty="0">
                <a:solidFill>
                  <a:srgbClr val="1F1D1A"/>
                </a:solidFill>
                <a:latin typeface="프리젠테이션 5 Medium" pitchFamily="2" charset="-127"/>
              </a:rPr>
              <a:t> 'Page N' </a:t>
            </a:r>
            <a:r>
              <a:rPr sz="825" dirty="0" err="1">
                <a:solidFill>
                  <a:srgbClr val="1F1D1A"/>
                </a:solidFill>
                <a:latin typeface="프리젠테이션 5 Medium" pitchFamily="2" charset="-127"/>
              </a:rPr>
              <a:t>링크를</a:t>
            </a:r>
            <a:r>
              <a:rPr sz="825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825" dirty="0" err="1">
                <a:solidFill>
                  <a:srgbClr val="1F1D1A"/>
                </a:solidFill>
                <a:latin typeface="프리젠테이션 5 Medium" pitchFamily="2" charset="-127"/>
              </a:rPr>
              <a:t>클릭하면</a:t>
            </a:r>
            <a:r>
              <a:rPr sz="825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825" dirty="0" err="1">
                <a:solidFill>
                  <a:srgbClr val="1F1D1A"/>
                </a:solidFill>
                <a:latin typeface="프리젠테이션 5 Medium" pitchFamily="2" charset="-127"/>
              </a:rPr>
              <a:t>뷰어가</a:t>
            </a:r>
            <a:r>
              <a:rPr sz="825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825" dirty="0" err="1">
                <a:solidFill>
                  <a:srgbClr val="1F1D1A"/>
                </a:solidFill>
                <a:latin typeface="프리젠테이션 5 Medium" pitchFamily="2" charset="-127"/>
              </a:rPr>
              <a:t>해당</a:t>
            </a:r>
            <a:r>
              <a:rPr sz="825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825" dirty="0" err="1">
                <a:solidFill>
                  <a:srgbClr val="1F1D1A"/>
                </a:solidFill>
                <a:latin typeface="프리젠테이션 5 Medium" pitchFamily="2" charset="-127"/>
              </a:rPr>
              <a:t>페이지로</a:t>
            </a:r>
            <a:r>
              <a:rPr sz="825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825" dirty="0" err="1">
                <a:solidFill>
                  <a:srgbClr val="1F1D1A"/>
                </a:solidFill>
                <a:latin typeface="프리젠테이션 5 Medium" pitchFamily="2" charset="-127"/>
              </a:rPr>
              <a:t>이동합니다</a:t>
            </a:r>
            <a:r>
              <a:rPr sz="825" dirty="0">
                <a:solidFill>
                  <a:srgbClr val="1F1D1A"/>
                </a:solidFill>
                <a:latin typeface="프리젠테이션 5 Medium" pitchFamily="2" charset="-127"/>
              </a:rPr>
              <a:t>.</a:t>
            </a:r>
          </a:p>
          <a:p>
            <a:pPr algn="l"/>
            <a:r>
              <a:rPr sz="825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825" dirty="0" err="1">
                <a:solidFill>
                  <a:srgbClr val="1F1D1A"/>
                </a:solidFill>
                <a:latin typeface="프리젠테이션 5 Medium" pitchFamily="2" charset="-127"/>
              </a:rPr>
              <a:t>여러</a:t>
            </a:r>
            <a:r>
              <a:rPr sz="825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825" dirty="0" err="1">
                <a:solidFill>
                  <a:srgbClr val="1F1D1A"/>
                </a:solidFill>
                <a:latin typeface="프리젠테이션 5 Medium" pitchFamily="2" charset="-127"/>
              </a:rPr>
              <a:t>PDF의</a:t>
            </a:r>
            <a:r>
              <a:rPr sz="825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825" dirty="0" err="1">
                <a:solidFill>
                  <a:srgbClr val="1F1D1A"/>
                </a:solidFill>
                <a:latin typeface="프리젠테이션 5 Medium" pitchFamily="2" charset="-127"/>
              </a:rPr>
              <a:t>코멘트가</a:t>
            </a:r>
            <a:r>
              <a:rPr sz="825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825" dirty="0" err="1">
                <a:solidFill>
                  <a:srgbClr val="1F1D1A"/>
                </a:solidFill>
                <a:latin typeface="프리젠테이션 5 Medium" pitchFamily="2" charset="-127"/>
              </a:rPr>
              <a:t>하나의</a:t>
            </a:r>
            <a:r>
              <a:rPr sz="825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825" dirty="0" err="1">
                <a:solidFill>
                  <a:srgbClr val="1F1D1A"/>
                </a:solidFill>
                <a:latin typeface="프리젠테이션 5 Medium" pitchFamily="2" charset="-127"/>
              </a:rPr>
              <a:t>패널에</a:t>
            </a:r>
            <a:r>
              <a:rPr sz="825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825" dirty="0" err="1">
                <a:solidFill>
                  <a:srgbClr val="1F1D1A"/>
                </a:solidFill>
                <a:latin typeface="프리젠테이션 5 Medium" pitchFamily="2" charset="-127"/>
              </a:rPr>
              <a:t>통합</a:t>
            </a:r>
            <a:r>
              <a:rPr sz="825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825" dirty="0" err="1">
                <a:solidFill>
                  <a:srgbClr val="1F1D1A"/>
                </a:solidFill>
                <a:latin typeface="프리젠테이션 5 Medium" pitchFamily="2" charset="-127"/>
              </a:rPr>
              <a:t>표시됩니다</a:t>
            </a:r>
            <a:r>
              <a:rPr sz="825" dirty="0">
                <a:solidFill>
                  <a:srgbClr val="1F1D1A"/>
                </a:solidFill>
                <a:latin typeface="프리젠테이션 5 Medium" pitchFamily="2" charset="-127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96" y="351584"/>
            <a:ext cx="7545765" cy="2885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50">
                <a:solidFill>
                  <a:srgbClr val="1F1D1A"/>
                </a:solidFill>
                <a:latin typeface="프리젠테이션 7 Bold" pitchFamily="2" charset="-127"/>
                <a:ea typeface="프리젠테이션 7 Bold" pitchFamily="2" charset="-127"/>
              </a:defRPr>
            </a:lvl1pPr>
          </a:lstStyle>
          <a:p>
            <a:r>
              <a:rPr dirty="0"/>
              <a:t>⑧ </a:t>
            </a:r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 —  </a:t>
            </a:r>
            <a:r>
              <a:rPr dirty="0" err="1"/>
              <a:t>노트</a:t>
            </a:r>
            <a:r>
              <a:rPr dirty="0"/>
              <a:t> / PDF / </a:t>
            </a:r>
            <a:r>
              <a:rPr dirty="0" err="1"/>
              <a:t>태그</a:t>
            </a:r>
            <a:r>
              <a:rPr dirty="0"/>
              <a:t> / </a:t>
            </a:r>
            <a:r>
              <a:rPr dirty="0" err="1"/>
              <a:t>코멘트</a:t>
            </a:r>
            <a:r>
              <a:rPr dirty="0"/>
              <a:t> </a:t>
            </a:r>
            <a:r>
              <a:rPr dirty="0" err="1"/>
              <a:t>통합</a:t>
            </a:r>
            <a:r>
              <a:rPr dirty="0"/>
              <a:t> </a:t>
            </a:r>
            <a:r>
              <a:rPr dirty="0" err="1"/>
              <a:t>검색</a:t>
            </a:r>
            <a:endParaRPr dirty="0"/>
          </a:p>
        </p:txBody>
      </p:sp>
      <p:pic>
        <p:nvPicPr>
          <p:cNvPr id="3" name="Picture 2" descr="20260424_1633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80853"/>
            <a:ext cx="9144095" cy="58294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249999" y="1110149"/>
            <a:ext cx="1283718" cy="124539"/>
          </a:xfrm>
          <a:prstGeom prst="rect">
            <a:avLst/>
          </a:prstGeom>
          <a:noFill/>
          <a:ln w="31750"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Rectangle 4"/>
          <p:cNvSpPr/>
          <p:nvPr/>
        </p:nvSpPr>
        <p:spPr>
          <a:xfrm>
            <a:off x="6221031" y="1291852"/>
            <a:ext cx="1714947" cy="200077"/>
          </a:xfrm>
          <a:prstGeom prst="rect">
            <a:avLst/>
          </a:prstGeom>
          <a:solidFill>
            <a:srgbClr val="228822"/>
          </a:solidFill>
          <a:ln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키워드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입력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후 Enter 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98" y="1010123"/>
            <a:ext cx="3978676" cy="4321665"/>
          </a:xfrm>
          <a:prstGeom prst="rect">
            <a:avLst/>
          </a:prstGeom>
          <a:solidFill>
            <a:srgbClr val="FFFFFF"/>
          </a:solidFill>
          <a:ln w="12700">
            <a:solidFill>
              <a:srgbClr val="73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171495" y="1078720"/>
            <a:ext cx="377288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dirty="0" err="1">
                <a:solidFill>
                  <a:srgbClr val="1F1D1A"/>
                </a:solidFill>
                <a:latin typeface="프리젠테이션 5 Medium" pitchFamily="2" charset="-127"/>
              </a:rPr>
              <a:t>검색</a:t>
            </a:r>
            <a:r>
              <a:rPr sz="105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1050" dirty="0" err="1">
                <a:solidFill>
                  <a:srgbClr val="1F1D1A"/>
                </a:solidFill>
                <a:latin typeface="프리젠테이션 5 Medium" pitchFamily="2" charset="-127"/>
              </a:rPr>
              <a:t>기능</a:t>
            </a:r>
            <a:r>
              <a:rPr sz="105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1050" dirty="0" err="1">
                <a:solidFill>
                  <a:srgbClr val="1F1D1A"/>
                </a:solidFill>
                <a:latin typeface="프리젠테이션 5 Medium" pitchFamily="2" charset="-127"/>
              </a:rPr>
              <a:t>안내</a:t>
            </a:r>
            <a:endParaRPr sz="1050" dirty="0">
              <a:solidFill>
                <a:srgbClr val="1F1D1A"/>
              </a:solidFill>
              <a:latin typeface="프리젠테이션 5 Medium" pitchFamily="2" charset="-127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71495" y="1373692"/>
            <a:ext cx="3772883" cy="9527"/>
          </a:xfrm>
          <a:prstGeom prst="rect">
            <a:avLst/>
          </a:prstGeom>
          <a:solidFill>
            <a:srgbClr val="73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TextBox 8"/>
          <p:cNvSpPr txBox="1"/>
          <p:nvPr/>
        </p:nvSpPr>
        <p:spPr>
          <a:xfrm>
            <a:off x="171495" y="1435430"/>
            <a:ext cx="3772883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검색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범위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(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가중치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순)</a:t>
            </a: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 1위  Leaf page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제목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 2위 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태그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 3위  PDF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페이지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코멘트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 4위 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메모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본문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 5위  PDF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파일명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검색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방법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우측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상단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검색창에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키워드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입력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후</a:t>
            </a: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 Enter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키를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누르면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검색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결과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화면으로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이동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검색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결과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화면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구성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 ─────────────────────</a:t>
            </a: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 Notebooks  (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제목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일치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)</a:t>
            </a: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 ─────────────────────</a:t>
            </a: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 Chapters   (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제목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일치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)</a:t>
            </a: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 ─────────────────────</a:t>
            </a: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 Leaf pages (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관련도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점수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순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정렬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)</a:t>
            </a: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 ─────────────────────</a:t>
            </a:r>
          </a:p>
          <a:p>
            <a:pPr algn="l"/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각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항목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클릭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→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해당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위치로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바로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이동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96" y="316860"/>
            <a:ext cx="7545765" cy="2885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50">
                <a:solidFill>
                  <a:srgbClr val="1F1D1A"/>
                </a:solidFill>
                <a:latin typeface="프리젠테이션 7 Bold" pitchFamily="2" charset="-127"/>
                <a:ea typeface="프리젠테이션 7 Bold" pitchFamily="2" charset="-127"/>
              </a:defRPr>
            </a:lvl1pPr>
          </a:lstStyle>
          <a:p>
            <a:r>
              <a:rPr dirty="0"/>
              <a:t>⑨ </a:t>
            </a:r>
            <a:r>
              <a:rPr dirty="0" err="1"/>
              <a:t>기타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 —  </a:t>
            </a:r>
            <a:r>
              <a:rPr dirty="0" err="1"/>
              <a:t>사이드바</a:t>
            </a:r>
            <a:r>
              <a:rPr dirty="0"/>
              <a:t> </a:t>
            </a:r>
            <a:r>
              <a:rPr dirty="0" err="1"/>
              <a:t>토글</a:t>
            </a:r>
            <a:r>
              <a:rPr dirty="0"/>
              <a:t> / </a:t>
            </a:r>
            <a:r>
              <a:rPr dirty="0" err="1"/>
              <a:t>언어</a:t>
            </a:r>
            <a:r>
              <a:rPr dirty="0"/>
              <a:t> </a:t>
            </a:r>
            <a:r>
              <a:rPr dirty="0" err="1"/>
              <a:t>설정</a:t>
            </a:r>
            <a:r>
              <a:rPr dirty="0"/>
              <a:t> /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저장</a:t>
            </a:r>
            <a:endParaRPr dirty="0"/>
          </a:p>
        </p:txBody>
      </p:sp>
      <p:pic>
        <p:nvPicPr>
          <p:cNvPr id="3" name="Picture 2" descr="20260424_163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46129"/>
            <a:ext cx="9144095" cy="58294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379830" y="1037489"/>
            <a:ext cx="208622" cy="263449"/>
          </a:xfrm>
          <a:prstGeom prst="rect">
            <a:avLst/>
          </a:prstGeom>
          <a:noFill/>
          <a:ln w="31750"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Rectangle 4"/>
          <p:cNvSpPr/>
          <p:nvPr/>
        </p:nvSpPr>
        <p:spPr>
          <a:xfrm>
            <a:off x="1691348" y="1077256"/>
            <a:ext cx="1097566" cy="200077"/>
          </a:xfrm>
          <a:prstGeom prst="rect">
            <a:avLst/>
          </a:prstGeom>
          <a:solidFill>
            <a:srgbClr val="2255AA"/>
          </a:solidFill>
          <a:ln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◀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사이드바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접기</a:t>
            </a:r>
            <a:endParaRPr sz="750" dirty="0">
              <a:solidFill>
                <a:srgbClr val="FFFFFF"/>
              </a:solidFill>
              <a:latin typeface="프리젠테이션 5 Medium" pitchFamily="2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84471" y="655709"/>
            <a:ext cx="249079" cy="124539"/>
          </a:xfrm>
          <a:prstGeom prst="rect">
            <a:avLst/>
          </a:prstGeom>
          <a:noFill/>
          <a:ln w="31750"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Rectangle 6"/>
          <p:cNvSpPr/>
          <p:nvPr/>
        </p:nvSpPr>
        <p:spPr>
          <a:xfrm>
            <a:off x="5735688" y="837412"/>
            <a:ext cx="1303359" cy="200077"/>
          </a:xfrm>
          <a:prstGeom prst="rect">
            <a:avLst/>
          </a:prstGeom>
          <a:solidFill>
            <a:srgbClr val="228822"/>
          </a:solidFill>
          <a:ln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언어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</a:t>
            </a:r>
            <a:r>
              <a:rPr sz="750" dirty="0" err="1">
                <a:solidFill>
                  <a:srgbClr val="FFFFFF"/>
                </a:solidFill>
                <a:latin typeface="프리젠테이션 5 Medium" pitchFamily="2" charset="-127"/>
              </a:rPr>
              <a:t>설정</a:t>
            </a:r>
            <a:r>
              <a:rPr sz="750" dirty="0">
                <a:solidFill>
                  <a:srgbClr val="FFFFFF"/>
                </a:solidFill>
                <a:latin typeface="프리젠테이션 5 Medium" pitchFamily="2" charset="-127"/>
              </a:rPr>
              <a:t> KO/EN</a:t>
            </a:r>
          </a:p>
        </p:txBody>
      </p:sp>
      <p:sp>
        <p:nvSpPr>
          <p:cNvPr id="8" name="Rectangle 7"/>
          <p:cNvSpPr/>
          <p:nvPr/>
        </p:nvSpPr>
        <p:spPr>
          <a:xfrm>
            <a:off x="5144840" y="687288"/>
            <a:ext cx="3841480" cy="1474854"/>
          </a:xfrm>
          <a:prstGeom prst="rect">
            <a:avLst/>
          </a:prstGeom>
          <a:solidFill>
            <a:srgbClr val="FFFFFF"/>
          </a:solidFill>
          <a:ln w="12700">
            <a:solidFill>
              <a:srgbClr val="73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TextBox 8"/>
          <p:cNvSpPr txBox="1"/>
          <p:nvPr/>
        </p:nvSpPr>
        <p:spPr>
          <a:xfrm>
            <a:off x="5247737" y="755885"/>
            <a:ext cx="3635687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dirty="0" err="1">
                <a:solidFill>
                  <a:srgbClr val="1F1D1A"/>
                </a:solidFill>
                <a:latin typeface="프리젠테이션 5 Medium" pitchFamily="2" charset="-127"/>
              </a:rPr>
              <a:t>사이드바</a:t>
            </a:r>
            <a:r>
              <a:rPr sz="975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75" dirty="0" err="1">
                <a:solidFill>
                  <a:srgbClr val="1F1D1A"/>
                </a:solidFill>
                <a:latin typeface="프리젠테이션 5 Medium" pitchFamily="2" charset="-127"/>
              </a:rPr>
              <a:t>접기</a:t>
            </a:r>
            <a:r>
              <a:rPr sz="975" dirty="0">
                <a:solidFill>
                  <a:srgbClr val="1F1D1A"/>
                </a:solidFill>
                <a:latin typeface="프리젠테이션 5 Medium" pitchFamily="2" charset="-127"/>
              </a:rPr>
              <a:t> / </a:t>
            </a:r>
            <a:r>
              <a:rPr sz="975" dirty="0" err="1">
                <a:solidFill>
                  <a:srgbClr val="1F1D1A"/>
                </a:solidFill>
                <a:latin typeface="프리젠테이션 5 Medium" pitchFamily="2" charset="-127"/>
              </a:rPr>
              <a:t>펼치기</a:t>
            </a:r>
            <a:endParaRPr sz="975" dirty="0">
              <a:solidFill>
                <a:srgbClr val="1F1D1A"/>
              </a:solidFill>
              <a:latin typeface="프리젠테이션 5 Medium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47737" y="1023418"/>
            <a:ext cx="363568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사이드바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우측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끝 ◀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버튼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클릭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→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사이드바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닫힘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닫힌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상태에서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화면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좌상단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▶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버튼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클릭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→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다시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열림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 (▶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버튼은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사이드바가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닫힌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상태에서만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표시됨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44840" y="2244459"/>
            <a:ext cx="3841480" cy="1269060"/>
          </a:xfrm>
          <a:prstGeom prst="rect">
            <a:avLst/>
          </a:prstGeom>
          <a:solidFill>
            <a:srgbClr val="FFFFFF"/>
          </a:solidFill>
          <a:ln w="12700">
            <a:solidFill>
              <a:srgbClr val="73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TextBox 11"/>
          <p:cNvSpPr txBox="1"/>
          <p:nvPr/>
        </p:nvSpPr>
        <p:spPr>
          <a:xfrm>
            <a:off x="5247737" y="2313057"/>
            <a:ext cx="3635687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dirty="0" err="1">
                <a:solidFill>
                  <a:srgbClr val="1F1D1A"/>
                </a:solidFill>
                <a:latin typeface="프리젠테이션 5 Medium" pitchFamily="2" charset="-127"/>
              </a:rPr>
              <a:t>언어</a:t>
            </a:r>
            <a:r>
              <a:rPr sz="975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75" dirty="0" err="1">
                <a:solidFill>
                  <a:srgbClr val="1F1D1A"/>
                </a:solidFill>
                <a:latin typeface="프리젠테이션 5 Medium" pitchFamily="2" charset="-127"/>
              </a:rPr>
              <a:t>설정</a:t>
            </a:r>
            <a:endParaRPr sz="975" dirty="0">
              <a:solidFill>
                <a:srgbClr val="1F1D1A"/>
              </a:solidFill>
              <a:latin typeface="프리젠테이션 5 Medium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47737" y="2580589"/>
            <a:ext cx="363568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우측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상단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KO / EN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드롭다운으로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인터페이스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언어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전환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전환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즉시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메뉴·버튼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텍스트가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변경됨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설정은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자동으로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저장됨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144840" y="3582117"/>
            <a:ext cx="3841480" cy="1749246"/>
          </a:xfrm>
          <a:prstGeom prst="rect">
            <a:avLst/>
          </a:prstGeom>
          <a:solidFill>
            <a:srgbClr val="FFFFFF"/>
          </a:solidFill>
          <a:ln w="12700">
            <a:solidFill>
              <a:srgbClr val="73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TextBox 14"/>
          <p:cNvSpPr txBox="1"/>
          <p:nvPr/>
        </p:nvSpPr>
        <p:spPr>
          <a:xfrm>
            <a:off x="5247737" y="3650715"/>
            <a:ext cx="3635687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dirty="0" err="1">
                <a:solidFill>
                  <a:srgbClr val="1F1D1A"/>
                </a:solidFill>
                <a:latin typeface="프리젠테이션 5 Medium" pitchFamily="2" charset="-127"/>
              </a:rPr>
              <a:t>데이터</a:t>
            </a:r>
            <a:r>
              <a:rPr sz="975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75" dirty="0" err="1">
                <a:solidFill>
                  <a:srgbClr val="1F1D1A"/>
                </a:solidFill>
                <a:latin typeface="프리젠테이션 5 Medium" pitchFamily="2" charset="-127"/>
              </a:rPr>
              <a:t>저장</a:t>
            </a:r>
            <a:r>
              <a:rPr sz="975" dirty="0">
                <a:solidFill>
                  <a:srgbClr val="1F1D1A"/>
                </a:solidFill>
                <a:latin typeface="프리젠테이션 5 Medium" pitchFamily="2" charset="-127"/>
              </a:rPr>
              <a:t> &amp; </a:t>
            </a:r>
            <a:r>
              <a:rPr sz="975" dirty="0" err="1">
                <a:solidFill>
                  <a:srgbClr val="1F1D1A"/>
                </a:solidFill>
                <a:latin typeface="프리젠테이션 5 Medium" pitchFamily="2" charset="-127"/>
              </a:rPr>
              <a:t>백업</a:t>
            </a:r>
            <a:endParaRPr sz="975" dirty="0">
              <a:solidFill>
                <a:srgbClr val="1F1D1A"/>
              </a:solidFill>
              <a:latin typeface="프리젠테이션 5 Medium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47737" y="3918247"/>
            <a:ext cx="3635687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•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모든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데이터는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로컬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JSON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파일에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자동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저장됩니다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.</a:t>
            </a:r>
          </a:p>
          <a:p>
            <a:pPr algn="l"/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저장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위치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OrganizerData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/ data /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app_data.json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 (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앱이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설치된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폴더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또는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시스템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사용자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데이터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폴더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)</a:t>
            </a:r>
          </a:p>
          <a:p>
            <a:pPr algn="l"/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자동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백업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데이터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저장마다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타임스탬프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백업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파일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자동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생성</a:t>
            </a:r>
            <a:endParaRPr sz="900" dirty="0">
              <a:solidFill>
                <a:srgbClr val="1F1D1A"/>
              </a:solidFill>
              <a:latin typeface="프리젠테이션 5 Medium" pitchFamily="2" charset="-127"/>
            </a:endParaRPr>
          </a:p>
          <a:p>
            <a:pPr algn="l"/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경로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: </a:t>
            </a:r>
            <a:r>
              <a:rPr sz="900" dirty="0" err="1">
                <a:solidFill>
                  <a:srgbClr val="1F1D1A"/>
                </a:solidFill>
                <a:latin typeface="프리젠테이션 5 Medium" pitchFamily="2" charset="-127"/>
              </a:rPr>
              <a:t>OrganizerData</a:t>
            </a:r>
            <a:r>
              <a:rPr sz="900" dirty="0">
                <a:solidFill>
                  <a:srgbClr val="1F1D1A"/>
                </a:solidFill>
                <a:latin typeface="프리젠테이션 5 Medium" pitchFamily="2" charset="-127"/>
              </a:rPr>
              <a:t> / data / backups 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1015</Words>
  <Application>Microsoft Office PowerPoint</Application>
  <PresentationFormat>화면 슬라이드 쇼(4:3)</PresentationFormat>
  <Paragraphs>214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프리젠테이션 5 Medium</vt:lpstr>
      <vt:lpstr>프리젠테이션 7 Bold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Jiwon Baek</cp:lastModifiedBy>
  <cp:revision>2</cp:revision>
  <dcterms:created xsi:type="dcterms:W3CDTF">2013-01-27T09:14:16Z</dcterms:created>
  <dcterms:modified xsi:type="dcterms:W3CDTF">2026-04-27T00:20:09Z</dcterms:modified>
  <cp:category/>
</cp:coreProperties>
</file>